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1963400" cy="6477000"/>
  <p:notesSz cx="6858000" cy="9144000"/>
  <p:embeddedFontLst>
    <p:embeddedFont>
      <p:font typeface="Canva Sans" charset="1" panose="020B0503030501040103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2454" y="206371"/>
            <a:ext cx="9376066" cy="5781489"/>
            <a:chOff x="0" y="0"/>
            <a:chExt cx="19855198" cy="122431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55180" cy="12243181"/>
            </a:xfrm>
            <a:custGeom>
              <a:avLst/>
              <a:gdLst/>
              <a:ahLst/>
              <a:cxnLst/>
              <a:rect r="r" b="b" t="t" l="l"/>
              <a:pathLst>
                <a:path h="12243181" w="19855180">
                  <a:moveTo>
                    <a:pt x="0" y="0"/>
                  </a:moveTo>
                  <a:lnTo>
                    <a:pt x="19855180" y="0"/>
                  </a:lnTo>
                  <a:lnTo>
                    <a:pt x="19855180" y="12243181"/>
                  </a:lnTo>
                  <a:lnTo>
                    <a:pt x="0" y="12243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16842" y="4662488"/>
            <a:ext cx="1613535" cy="965835"/>
            <a:chOff x="0" y="0"/>
            <a:chExt cx="2151380" cy="12877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800" y="48260"/>
              <a:ext cx="2052320" cy="1193800"/>
            </a:xfrm>
            <a:custGeom>
              <a:avLst/>
              <a:gdLst/>
              <a:ahLst/>
              <a:cxnLst/>
              <a:rect r="r" b="b" t="t" l="l"/>
              <a:pathLst>
                <a:path h="1193800" w="2052320">
                  <a:moveTo>
                    <a:pt x="947420" y="261620"/>
                  </a:moveTo>
                  <a:cubicBezTo>
                    <a:pt x="1630680" y="222250"/>
                    <a:pt x="1639570" y="229870"/>
                    <a:pt x="1653540" y="241300"/>
                  </a:cubicBezTo>
                  <a:cubicBezTo>
                    <a:pt x="1666240" y="252730"/>
                    <a:pt x="1678940" y="266700"/>
                    <a:pt x="1685290" y="285750"/>
                  </a:cubicBezTo>
                  <a:cubicBezTo>
                    <a:pt x="1692910" y="307340"/>
                    <a:pt x="1694180" y="344170"/>
                    <a:pt x="1687830" y="365760"/>
                  </a:cubicBezTo>
                  <a:cubicBezTo>
                    <a:pt x="1682750" y="384810"/>
                    <a:pt x="1671320" y="400050"/>
                    <a:pt x="1658620" y="412750"/>
                  </a:cubicBezTo>
                  <a:cubicBezTo>
                    <a:pt x="1644650" y="424180"/>
                    <a:pt x="1638300" y="427990"/>
                    <a:pt x="1610360" y="439420"/>
                  </a:cubicBezTo>
                  <a:cubicBezTo>
                    <a:pt x="1477010" y="490220"/>
                    <a:pt x="529590" y="704850"/>
                    <a:pt x="388620" y="704850"/>
                  </a:cubicBezTo>
                  <a:cubicBezTo>
                    <a:pt x="359410" y="704850"/>
                    <a:pt x="351790" y="701040"/>
                    <a:pt x="335280" y="693420"/>
                  </a:cubicBezTo>
                  <a:cubicBezTo>
                    <a:pt x="320040" y="685800"/>
                    <a:pt x="303530" y="673100"/>
                    <a:pt x="293370" y="659130"/>
                  </a:cubicBezTo>
                  <a:cubicBezTo>
                    <a:pt x="283210" y="645160"/>
                    <a:pt x="275590" y="626110"/>
                    <a:pt x="271780" y="608330"/>
                  </a:cubicBezTo>
                  <a:cubicBezTo>
                    <a:pt x="269240" y="590550"/>
                    <a:pt x="269240" y="571500"/>
                    <a:pt x="276860" y="553720"/>
                  </a:cubicBezTo>
                  <a:cubicBezTo>
                    <a:pt x="285750" y="532130"/>
                    <a:pt x="303530" y="510540"/>
                    <a:pt x="328930" y="491490"/>
                  </a:cubicBezTo>
                  <a:cubicBezTo>
                    <a:pt x="368300" y="462280"/>
                    <a:pt x="440690" y="445770"/>
                    <a:pt x="510540" y="420370"/>
                  </a:cubicBezTo>
                  <a:cubicBezTo>
                    <a:pt x="608330" y="384810"/>
                    <a:pt x="792480" y="313690"/>
                    <a:pt x="858520" y="299720"/>
                  </a:cubicBezTo>
                  <a:cubicBezTo>
                    <a:pt x="883920" y="294640"/>
                    <a:pt x="895350" y="293370"/>
                    <a:pt x="913130" y="295910"/>
                  </a:cubicBezTo>
                  <a:cubicBezTo>
                    <a:pt x="930910" y="299720"/>
                    <a:pt x="948690" y="306070"/>
                    <a:pt x="963930" y="318770"/>
                  </a:cubicBezTo>
                  <a:cubicBezTo>
                    <a:pt x="980440" y="334010"/>
                    <a:pt x="1000760" y="364490"/>
                    <a:pt x="1005840" y="387350"/>
                  </a:cubicBezTo>
                  <a:cubicBezTo>
                    <a:pt x="1010920" y="405130"/>
                    <a:pt x="1008380" y="424180"/>
                    <a:pt x="1003300" y="441960"/>
                  </a:cubicBezTo>
                  <a:cubicBezTo>
                    <a:pt x="998220" y="458470"/>
                    <a:pt x="988060" y="476250"/>
                    <a:pt x="975360" y="488950"/>
                  </a:cubicBezTo>
                  <a:cubicBezTo>
                    <a:pt x="962660" y="501650"/>
                    <a:pt x="952500" y="510540"/>
                    <a:pt x="928370" y="518160"/>
                  </a:cubicBezTo>
                  <a:cubicBezTo>
                    <a:pt x="878840" y="532130"/>
                    <a:pt x="730250" y="534670"/>
                    <a:pt x="674370" y="518160"/>
                  </a:cubicBezTo>
                  <a:cubicBezTo>
                    <a:pt x="642620" y="508000"/>
                    <a:pt x="622300" y="490220"/>
                    <a:pt x="607060" y="472440"/>
                  </a:cubicBezTo>
                  <a:cubicBezTo>
                    <a:pt x="595630" y="457200"/>
                    <a:pt x="590550" y="438150"/>
                    <a:pt x="588010" y="420370"/>
                  </a:cubicBezTo>
                  <a:cubicBezTo>
                    <a:pt x="585470" y="402590"/>
                    <a:pt x="586740" y="383540"/>
                    <a:pt x="594360" y="367030"/>
                  </a:cubicBezTo>
                  <a:cubicBezTo>
                    <a:pt x="604520" y="345440"/>
                    <a:pt x="628650" y="317500"/>
                    <a:pt x="648970" y="306070"/>
                  </a:cubicBezTo>
                  <a:cubicBezTo>
                    <a:pt x="664210" y="295910"/>
                    <a:pt x="683260" y="303530"/>
                    <a:pt x="701040" y="292100"/>
                  </a:cubicBezTo>
                  <a:cubicBezTo>
                    <a:pt x="730250" y="275590"/>
                    <a:pt x="753110" y="219710"/>
                    <a:pt x="793750" y="193040"/>
                  </a:cubicBezTo>
                  <a:cubicBezTo>
                    <a:pt x="843280" y="160020"/>
                    <a:pt x="935990" y="127000"/>
                    <a:pt x="986790" y="124460"/>
                  </a:cubicBezTo>
                  <a:cubicBezTo>
                    <a:pt x="1018540" y="123190"/>
                    <a:pt x="1045210" y="133350"/>
                    <a:pt x="1064260" y="146050"/>
                  </a:cubicBezTo>
                  <a:cubicBezTo>
                    <a:pt x="1080770" y="156210"/>
                    <a:pt x="1092200" y="171450"/>
                    <a:pt x="1099820" y="187960"/>
                  </a:cubicBezTo>
                  <a:cubicBezTo>
                    <a:pt x="1108710" y="203200"/>
                    <a:pt x="1113790" y="222250"/>
                    <a:pt x="1112520" y="241300"/>
                  </a:cubicBezTo>
                  <a:cubicBezTo>
                    <a:pt x="1109980" y="264160"/>
                    <a:pt x="1102360" y="293370"/>
                    <a:pt x="1082040" y="316230"/>
                  </a:cubicBezTo>
                  <a:cubicBezTo>
                    <a:pt x="1050290" y="351790"/>
                    <a:pt x="969010" y="386080"/>
                    <a:pt x="916940" y="407670"/>
                  </a:cubicBezTo>
                  <a:cubicBezTo>
                    <a:pt x="873760" y="425450"/>
                    <a:pt x="852170" y="433070"/>
                    <a:pt x="792480" y="443230"/>
                  </a:cubicBezTo>
                  <a:cubicBezTo>
                    <a:pt x="655320" y="469900"/>
                    <a:pt x="200660" y="529590"/>
                    <a:pt x="91440" y="502920"/>
                  </a:cubicBezTo>
                  <a:cubicBezTo>
                    <a:pt x="54610" y="494030"/>
                    <a:pt x="38100" y="480060"/>
                    <a:pt x="22860" y="459740"/>
                  </a:cubicBezTo>
                  <a:cubicBezTo>
                    <a:pt x="7620" y="439420"/>
                    <a:pt x="0" y="405130"/>
                    <a:pt x="0" y="382270"/>
                  </a:cubicBezTo>
                  <a:cubicBezTo>
                    <a:pt x="0" y="363220"/>
                    <a:pt x="7620" y="345440"/>
                    <a:pt x="16510" y="330200"/>
                  </a:cubicBezTo>
                  <a:cubicBezTo>
                    <a:pt x="26670" y="314960"/>
                    <a:pt x="35560" y="306070"/>
                    <a:pt x="55880" y="292100"/>
                  </a:cubicBezTo>
                  <a:cubicBezTo>
                    <a:pt x="101600" y="261620"/>
                    <a:pt x="201930" y="220980"/>
                    <a:pt x="304800" y="186690"/>
                  </a:cubicBezTo>
                  <a:cubicBezTo>
                    <a:pt x="459740" y="135890"/>
                    <a:pt x="800100" y="43180"/>
                    <a:pt x="906780" y="43180"/>
                  </a:cubicBezTo>
                  <a:cubicBezTo>
                    <a:pt x="944880" y="44450"/>
                    <a:pt x="965200" y="50800"/>
                    <a:pt x="985520" y="63500"/>
                  </a:cubicBezTo>
                  <a:cubicBezTo>
                    <a:pt x="1002030" y="73660"/>
                    <a:pt x="1013460" y="88900"/>
                    <a:pt x="1021080" y="104140"/>
                  </a:cubicBezTo>
                  <a:cubicBezTo>
                    <a:pt x="1029970" y="120650"/>
                    <a:pt x="1035050" y="138430"/>
                    <a:pt x="1033780" y="157480"/>
                  </a:cubicBezTo>
                  <a:cubicBezTo>
                    <a:pt x="1032510" y="180340"/>
                    <a:pt x="1027430" y="207010"/>
                    <a:pt x="1005840" y="233680"/>
                  </a:cubicBezTo>
                  <a:cubicBezTo>
                    <a:pt x="963930" y="284480"/>
                    <a:pt x="807720" y="388620"/>
                    <a:pt x="744220" y="401320"/>
                  </a:cubicBezTo>
                  <a:cubicBezTo>
                    <a:pt x="711200" y="407670"/>
                    <a:pt x="684530" y="397510"/>
                    <a:pt x="664210" y="386080"/>
                  </a:cubicBezTo>
                  <a:cubicBezTo>
                    <a:pt x="647700" y="377190"/>
                    <a:pt x="635000" y="364490"/>
                    <a:pt x="626110" y="347980"/>
                  </a:cubicBezTo>
                  <a:cubicBezTo>
                    <a:pt x="614680" y="327660"/>
                    <a:pt x="608330" y="290830"/>
                    <a:pt x="610870" y="267970"/>
                  </a:cubicBezTo>
                  <a:cubicBezTo>
                    <a:pt x="613410" y="248920"/>
                    <a:pt x="622300" y="232410"/>
                    <a:pt x="632460" y="218440"/>
                  </a:cubicBezTo>
                  <a:cubicBezTo>
                    <a:pt x="643890" y="204470"/>
                    <a:pt x="652780" y="193040"/>
                    <a:pt x="675640" y="184150"/>
                  </a:cubicBezTo>
                  <a:cubicBezTo>
                    <a:pt x="739140" y="160020"/>
                    <a:pt x="981710" y="140970"/>
                    <a:pt x="1059180" y="152400"/>
                  </a:cubicBezTo>
                  <a:cubicBezTo>
                    <a:pt x="1096010" y="156210"/>
                    <a:pt x="1116330" y="162560"/>
                    <a:pt x="1135380" y="180340"/>
                  </a:cubicBezTo>
                  <a:cubicBezTo>
                    <a:pt x="1154430" y="196850"/>
                    <a:pt x="1170940" y="226060"/>
                    <a:pt x="1173480" y="251460"/>
                  </a:cubicBezTo>
                  <a:cubicBezTo>
                    <a:pt x="1177290" y="275590"/>
                    <a:pt x="1167130" y="309880"/>
                    <a:pt x="1155700" y="330200"/>
                  </a:cubicBezTo>
                  <a:cubicBezTo>
                    <a:pt x="1145540" y="346710"/>
                    <a:pt x="1135380" y="356870"/>
                    <a:pt x="1115060" y="367030"/>
                  </a:cubicBezTo>
                  <a:cubicBezTo>
                    <a:pt x="1073150" y="387350"/>
                    <a:pt x="976630" y="396240"/>
                    <a:pt x="904240" y="405130"/>
                  </a:cubicBezTo>
                  <a:cubicBezTo>
                    <a:pt x="826770" y="414020"/>
                    <a:pt x="750570" y="415290"/>
                    <a:pt x="662940" y="419100"/>
                  </a:cubicBezTo>
                  <a:cubicBezTo>
                    <a:pt x="558800" y="424180"/>
                    <a:pt x="407670" y="433070"/>
                    <a:pt x="317500" y="426720"/>
                  </a:cubicBezTo>
                  <a:cubicBezTo>
                    <a:pt x="256540" y="422910"/>
                    <a:pt x="201930" y="420370"/>
                    <a:pt x="168910" y="405130"/>
                  </a:cubicBezTo>
                  <a:cubicBezTo>
                    <a:pt x="149860" y="396240"/>
                    <a:pt x="138430" y="383540"/>
                    <a:pt x="128270" y="369570"/>
                  </a:cubicBezTo>
                  <a:cubicBezTo>
                    <a:pt x="118110" y="354330"/>
                    <a:pt x="110490" y="335280"/>
                    <a:pt x="109220" y="317500"/>
                  </a:cubicBezTo>
                  <a:cubicBezTo>
                    <a:pt x="106680" y="300990"/>
                    <a:pt x="109220" y="280670"/>
                    <a:pt x="115570" y="264160"/>
                  </a:cubicBezTo>
                  <a:cubicBezTo>
                    <a:pt x="121920" y="247650"/>
                    <a:pt x="128270" y="233680"/>
                    <a:pt x="146050" y="218440"/>
                  </a:cubicBezTo>
                  <a:cubicBezTo>
                    <a:pt x="180340" y="190500"/>
                    <a:pt x="274320" y="160020"/>
                    <a:pt x="335280" y="137160"/>
                  </a:cubicBezTo>
                  <a:cubicBezTo>
                    <a:pt x="392430" y="116840"/>
                    <a:pt x="444500" y="96520"/>
                    <a:pt x="502920" y="86360"/>
                  </a:cubicBezTo>
                  <a:cubicBezTo>
                    <a:pt x="565150" y="74930"/>
                    <a:pt x="650240" y="67310"/>
                    <a:pt x="699770" y="73660"/>
                  </a:cubicBezTo>
                  <a:cubicBezTo>
                    <a:pt x="732790" y="77470"/>
                    <a:pt x="758190" y="86360"/>
                    <a:pt x="777240" y="100330"/>
                  </a:cubicBezTo>
                  <a:cubicBezTo>
                    <a:pt x="792480" y="110490"/>
                    <a:pt x="802640" y="127000"/>
                    <a:pt x="810260" y="143510"/>
                  </a:cubicBezTo>
                  <a:cubicBezTo>
                    <a:pt x="816610" y="160020"/>
                    <a:pt x="820420" y="179070"/>
                    <a:pt x="817880" y="198120"/>
                  </a:cubicBezTo>
                  <a:cubicBezTo>
                    <a:pt x="815340" y="220980"/>
                    <a:pt x="798830" y="254000"/>
                    <a:pt x="783590" y="270510"/>
                  </a:cubicBezTo>
                  <a:cubicBezTo>
                    <a:pt x="769620" y="284480"/>
                    <a:pt x="759460" y="289560"/>
                    <a:pt x="735330" y="298450"/>
                  </a:cubicBezTo>
                  <a:cubicBezTo>
                    <a:pt x="676910" y="320040"/>
                    <a:pt x="486410" y="358140"/>
                    <a:pt x="411480" y="361950"/>
                  </a:cubicBezTo>
                  <a:cubicBezTo>
                    <a:pt x="373380" y="363220"/>
                    <a:pt x="345440" y="363220"/>
                    <a:pt x="322580" y="353060"/>
                  </a:cubicBezTo>
                  <a:cubicBezTo>
                    <a:pt x="303530" y="345440"/>
                    <a:pt x="289560" y="335280"/>
                    <a:pt x="279400" y="320040"/>
                  </a:cubicBezTo>
                  <a:cubicBezTo>
                    <a:pt x="265430" y="300990"/>
                    <a:pt x="255270" y="265430"/>
                    <a:pt x="255270" y="242570"/>
                  </a:cubicBezTo>
                  <a:cubicBezTo>
                    <a:pt x="255270" y="223520"/>
                    <a:pt x="261620" y="205740"/>
                    <a:pt x="270510" y="190500"/>
                  </a:cubicBezTo>
                  <a:cubicBezTo>
                    <a:pt x="280670" y="175260"/>
                    <a:pt x="294640" y="160020"/>
                    <a:pt x="309880" y="151130"/>
                  </a:cubicBezTo>
                  <a:cubicBezTo>
                    <a:pt x="325120" y="142240"/>
                    <a:pt x="336550" y="135890"/>
                    <a:pt x="361950" y="134620"/>
                  </a:cubicBezTo>
                  <a:cubicBezTo>
                    <a:pt x="426720" y="130810"/>
                    <a:pt x="628650" y="182880"/>
                    <a:pt x="715010" y="204470"/>
                  </a:cubicBezTo>
                  <a:cubicBezTo>
                    <a:pt x="765810" y="217170"/>
                    <a:pt x="796290" y="227330"/>
                    <a:pt x="834390" y="240030"/>
                  </a:cubicBezTo>
                  <a:cubicBezTo>
                    <a:pt x="871220" y="254000"/>
                    <a:pt x="918210" y="255270"/>
                    <a:pt x="942340" y="283210"/>
                  </a:cubicBezTo>
                  <a:cubicBezTo>
                    <a:pt x="970280" y="316230"/>
                    <a:pt x="989330" y="400050"/>
                    <a:pt x="975360" y="440690"/>
                  </a:cubicBezTo>
                  <a:cubicBezTo>
                    <a:pt x="965200" y="474980"/>
                    <a:pt x="919480" y="506730"/>
                    <a:pt x="890270" y="516890"/>
                  </a:cubicBezTo>
                  <a:cubicBezTo>
                    <a:pt x="868680" y="525780"/>
                    <a:pt x="842010" y="521970"/>
                    <a:pt x="821690" y="515620"/>
                  </a:cubicBezTo>
                  <a:cubicBezTo>
                    <a:pt x="803910" y="510540"/>
                    <a:pt x="787400" y="502920"/>
                    <a:pt x="774700" y="487680"/>
                  </a:cubicBezTo>
                  <a:cubicBezTo>
                    <a:pt x="759460" y="471170"/>
                    <a:pt x="741680" y="439420"/>
                    <a:pt x="740410" y="415290"/>
                  </a:cubicBezTo>
                  <a:cubicBezTo>
                    <a:pt x="737870" y="389890"/>
                    <a:pt x="750570" y="356870"/>
                    <a:pt x="763270" y="336550"/>
                  </a:cubicBezTo>
                  <a:cubicBezTo>
                    <a:pt x="773430" y="321310"/>
                    <a:pt x="784860" y="312420"/>
                    <a:pt x="805180" y="302260"/>
                  </a:cubicBezTo>
                  <a:cubicBezTo>
                    <a:pt x="840740" y="285750"/>
                    <a:pt x="899160" y="273050"/>
                    <a:pt x="969010" y="265430"/>
                  </a:cubicBezTo>
                  <a:cubicBezTo>
                    <a:pt x="1092200" y="251460"/>
                    <a:pt x="1385570" y="227330"/>
                    <a:pt x="1482090" y="266700"/>
                  </a:cubicBezTo>
                  <a:cubicBezTo>
                    <a:pt x="1530350" y="287020"/>
                    <a:pt x="1562100" y="316230"/>
                    <a:pt x="1570990" y="354330"/>
                  </a:cubicBezTo>
                  <a:cubicBezTo>
                    <a:pt x="1582420" y="401320"/>
                    <a:pt x="1543050" y="491490"/>
                    <a:pt x="1512570" y="535940"/>
                  </a:cubicBezTo>
                  <a:cubicBezTo>
                    <a:pt x="1489710" y="570230"/>
                    <a:pt x="1460500" y="584200"/>
                    <a:pt x="1423670" y="609600"/>
                  </a:cubicBezTo>
                  <a:cubicBezTo>
                    <a:pt x="1372870" y="642620"/>
                    <a:pt x="1290320" y="670560"/>
                    <a:pt x="1230630" y="711200"/>
                  </a:cubicBezTo>
                  <a:cubicBezTo>
                    <a:pt x="1170940" y="751840"/>
                    <a:pt x="1109980" y="835660"/>
                    <a:pt x="1068070" y="852170"/>
                  </a:cubicBezTo>
                  <a:cubicBezTo>
                    <a:pt x="1046480" y="861060"/>
                    <a:pt x="1029970" y="858520"/>
                    <a:pt x="1013460" y="854710"/>
                  </a:cubicBezTo>
                  <a:cubicBezTo>
                    <a:pt x="995680" y="850900"/>
                    <a:pt x="977900" y="844550"/>
                    <a:pt x="963930" y="830580"/>
                  </a:cubicBezTo>
                  <a:cubicBezTo>
                    <a:pt x="946150" y="815340"/>
                    <a:pt x="927100" y="786130"/>
                    <a:pt x="923290" y="760730"/>
                  </a:cubicBezTo>
                  <a:cubicBezTo>
                    <a:pt x="919480" y="736600"/>
                    <a:pt x="928370" y="702310"/>
                    <a:pt x="939800" y="681990"/>
                  </a:cubicBezTo>
                  <a:cubicBezTo>
                    <a:pt x="948690" y="664210"/>
                    <a:pt x="957580" y="654050"/>
                    <a:pt x="979170" y="643890"/>
                  </a:cubicBezTo>
                  <a:cubicBezTo>
                    <a:pt x="1023620" y="622300"/>
                    <a:pt x="1140460" y="631190"/>
                    <a:pt x="1223010" y="609600"/>
                  </a:cubicBezTo>
                  <a:cubicBezTo>
                    <a:pt x="1313180" y="586740"/>
                    <a:pt x="1442720" y="511810"/>
                    <a:pt x="1499870" y="506730"/>
                  </a:cubicBezTo>
                  <a:cubicBezTo>
                    <a:pt x="1524000" y="504190"/>
                    <a:pt x="1536700" y="508000"/>
                    <a:pt x="1553210" y="516890"/>
                  </a:cubicBezTo>
                  <a:cubicBezTo>
                    <a:pt x="1574800" y="527050"/>
                    <a:pt x="1600200" y="553720"/>
                    <a:pt x="1610360" y="574040"/>
                  </a:cubicBezTo>
                  <a:cubicBezTo>
                    <a:pt x="1619250" y="590550"/>
                    <a:pt x="1623060" y="608330"/>
                    <a:pt x="1620520" y="627380"/>
                  </a:cubicBezTo>
                  <a:cubicBezTo>
                    <a:pt x="1617980" y="650240"/>
                    <a:pt x="1611630" y="676910"/>
                    <a:pt x="1587500" y="701040"/>
                  </a:cubicBezTo>
                  <a:cubicBezTo>
                    <a:pt x="1534160" y="754380"/>
                    <a:pt x="1332230" y="825500"/>
                    <a:pt x="1240790" y="861060"/>
                  </a:cubicBezTo>
                  <a:cubicBezTo>
                    <a:pt x="1182370" y="883920"/>
                    <a:pt x="1144270" y="885190"/>
                    <a:pt x="1096010" y="908050"/>
                  </a:cubicBezTo>
                  <a:cubicBezTo>
                    <a:pt x="1041400" y="933450"/>
                    <a:pt x="976630" y="996950"/>
                    <a:pt x="929640" y="1009650"/>
                  </a:cubicBezTo>
                  <a:cubicBezTo>
                    <a:pt x="899160" y="1017270"/>
                    <a:pt x="872490" y="1016000"/>
                    <a:pt x="848360" y="1007110"/>
                  </a:cubicBezTo>
                  <a:cubicBezTo>
                    <a:pt x="825500" y="996950"/>
                    <a:pt x="801370" y="974090"/>
                    <a:pt x="789940" y="951230"/>
                  </a:cubicBezTo>
                  <a:cubicBezTo>
                    <a:pt x="778510" y="928370"/>
                    <a:pt x="775970" y="894080"/>
                    <a:pt x="782320" y="869950"/>
                  </a:cubicBezTo>
                  <a:cubicBezTo>
                    <a:pt x="789940" y="845820"/>
                    <a:pt x="798830" y="826770"/>
                    <a:pt x="831850" y="805180"/>
                  </a:cubicBezTo>
                  <a:cubicBezTo>
                    <a:pt x="930910" y="736600"/>
                    <a:pt x="1488440" y="614680"/>
                    <a:pt x="1596390" y="596900"/>
                  </a:cubicBezTo>
                  <a:cubicBezTo>
                    <a:pt x="1624330" y="593090"/>
                    <a:pt x="1631950" y="589280"/>
                    <a:pt x="1651000" y="594360"/>
                  </a:cubicBezTo>
                  <a:cubicBezTo>
                    <a:pt x="1673860" y="599440"/>
                    <a:pt x="1704340" y="618490"/>
                    <a:pt x="1719580" y="636270"/>
                  </a:cubicBezTo>
                  <a:cubicBezTo>
                    <a:pt x="1732280" y="650240"/>
                    <a:pt x="1739900" y="668020"/>
                    <a:pt x="1742440" y="687070"/>
                  </a:cubicBezTo>
                  <a:cubicBezTo>
                    <a:pt x="1744980" y="709930"/>
                    <a:pt x="1739900" y="744220"/>
                    <a:pt x="1727200" y="765810"/>
                  </a:cubicBezTo>
                  <a:cubicBezTo>
                    <a:pt x="1714500" y="787400"/>
                    <a:pt x="1697990" y="798830"/>
                    <a:pt x="1663700" y="815340"/>
                  </a:cubicBezTo>
                  <a:cubicBezTo>
                    <a:pt x="1570990" y="862330"/>
                    <a:pt x="1225550" y="948690"/>
                    <a:pt x="1109980" y="972820"/>
                  </a:cubicBezTo>
                  <a:cubicBezTo>
                    <a:pt x="1059180" y="984250"/>
                    <a:pt x="1031240" y="993140"/>
                    <a:pt x="996950" y="989330"/>
                  </a:cubicBezTo>
                  <a:cubicBezTo>
                    <a:pt x="969010" y="985520"/>
                    <a:pt x="941070" y="975360"/>
                    <a:pt x="922020" y="957580"/>
                  </a:cubicBezTo>
                  <a:cubicBezTo>
                    <a:pt x="904240" y="941070"/>
                    <a:pt x="890270" y="908050"/>
                    <a:pt x="886460" y="885190"/>
                  </a:cubicBezTo>
                  <a:cubicBezTo>
                    <a:pt x="883920" y="866140"/>
                    <a:pt x="886460" y="848360"/>
                    <a:pt x="894080" y="831850"/>
                  </a:cubicBezTo>
                  <a:cubicBezTo>
                    <a:pt x="904240" y="810260"/>
                    <a:pt x="918210" y="787400"/>
                    <a:pt x="949960" y="772160"/>
                  </a:cubicBezTo>
                  <a:cubicBezTo>
                    <a:pt x="1016000" y="739140"/>
                    <a:pt x="1219200" y="754380"/>
                    <a:pt x="1325880" y="740410"/>
                  </a:cubicBezTo>
                  <a:cubicBezTo>
                    <a:pt x="1405890" y="728980"/>
                    <a:pt x="1483360" y="697230"/>
                    <a:pt x="1534160" y="702310"/>
                  </a:cubicBezTo>
                  <a:cubicBezTo>
                    <a:pt x="1565910" y="706120"/>
                    <a:pt x="1591310" y="720090"/>
                    <a:pt x="1607820" y="735330"/>
                  </a:cubicBezTo>
                  <a:cubicBezTo>
                    <a:pt x="1623060" y="748030"/>
                    <a:pt x="1631950" y="764540"/>
                    <a:pt x="1637030" y="782320"/>
                  </a:cubicBezTo>
                  <a:cubicBezTo>
                    <a:pt x="1642110" y="798830"/>
                    <a:pt x="1643380" y="819150"/>
                    <a:pt x="1640840" y="836930"/>
                  </a:cubicBezTo>
                  <a:cubicBezTo>
                    <a:pt x="1638300" y="853440"/>
                    <a:pt x="1629410" y="872490"/>
                    <a:pt x="1619250" y="886460"/>
                  </a:cubicBezTo>
                  <a:cubicBezTo>
                    <a:pt x="1607820" y="900430"/>
                    <a:pt x="1598930" y="906780"/>
                    <a:pt x="1576070" y="920750"/>
                  </a:cubicBezTo>
                  <a:cubicBezTo>
                    <a:pt x="1508760" y="961390"/>
                    <a:pt x="1267460" y="1061720"/>
                    <a:pt x="1145540" y="1108710"/>
                  </a:cubicBezTo>
                  <a:cubicBezTo>
                    <a:pt x="1056640" y="1143000"/>
                    <a:pt x="963930" y="1181100"/>
                    <a:pt x="913130" y="1188720"/>
                  </a:cubicBezTo>
                  <a:cubicBezTo>
                    <a:pt x="889000" y="1191260"/>
                    <a:pt x="876300" y="1191260"/>
                    <a:pt x="858520" y="1184910"/>
                  </a:cubicBezTo>
                  <a:cubicBezTo>
                    <a:pt x="836930" y="1177290"/>
                    <a:pt x="807720" y="1154430"/>
                    <a:pt x="795020" y="1135380"/>
                  </a:cubicBezTo>
                  <a:cubicBezTo>
                    <a:pt x="783590" y="1120140"/>
                    <a:pt x="779780" y="1101090"/>
                    <a:pt x="778510" y="1083310"/>
                  </a:cubicBezTo>
                  <a:cubicBezTo>
                    <a:pt x="777240" y="1065530"/>
                    <a:pt x="781050" y="1045210"/>
                    <a:pt x="787400" y="1029970"/>
                  </a:cubicBezTo>
                  <a:cubicBezTo>
                    <a:pt x="795020" y="1013460"/>
                    <a:pt x="802640" y="1002030"/>
                    <a:pt x="821690" y="986790"/>
                  </a:cubicBezTo>
                  <a:cubicBezTo>
                    <a:pt x="859790" y="951230"/>
                    <a:pt x="957580" y="896620"/>
                    <a:pt x="1036320" y="854710"/>
                  </a:cubicBezTo>
                  <a:cubicBezTo>
                    <a:pt x="1123950" y="806450"/>
                    <a:pt x="1248410" y="741680"/>
                    <a:pt x="1323340" y="715010"/>
                  </a:cubicBezTo>
                  <a:cubicBezTo>
                    <a:pt x="1370330" y="698500"/>
                    <a:pt x="1409700" y="685800"/>
                    <a:pt x="1440180" y="688340"/>
                  </a:cubicBezTo>
                  <a:cubicBezTo>
                    <a:pt x="1460500" y="689610"/>
                    <a:pt x="1475740" y="695960"/>
                    <a:pt x="1490980" y="708660"/>
                  </a:cubicBezTo>
                  <a:cubicBezTo>
                    <a:pt x="1508760" y="722630"/>
                    <a:pt x="1529080" y="753110"/>
                    <a:pt x="1535430" y="774700"/>
                  </a:cubicBezTo>
                  <a:cubicBezTo>
                    <a:pt x="1541780" y="793750"/>
                    <a:pt x="1539240" y="812800"/>
                    <a:pt x="1535430" y="830580"/>
                  </a:cubicBezTo>
                  <a:cubicBezTo>
                    <a:pt x="1531620" y="847090"/>
                    <a:pt x="1521460" y="864870"/>
                    <a:pt x="1510030" y="877570"/>
                  </a:cubicBezTo>
                  <a:cubicBezTo>
                    <a:pt x="1497330" y="891540"/>
                    <a:pt x="1484630" y="899160"/>
                    <a:pt x="1464310" y="909320"/>
                  </a:cubicBezTo>
                  <a:cubicBezTo>
                    <a:pt x="1427480" y="925830"/>
                    <a:pt x="1362710" y="939800"/>
                    <a:pt x="1303020" y="953770"/>
                  </a:cubicBezTo>
                  <a:cubicBezTo>
                    <a:pt x="1230630" y="971550"/>
                    <a:pt x="1130300" y="1010920"/>
                    <a:pt x="1055370" y="1002030"/>
                  </a:cubicBezTo>
                  <a:cubicBezTo>
                    <a:pt x="990600" y="993140"/>
                    <a:pt x="908050" y="963930"/>
                    <a:pt x="880110" y="918210"/>
                  </a:cubicBezTo>
                  <a:cubicBezTo>
                    <a:pt x="853440" y="872490"/>
                    <a:pt x="868680" y="787400"/>
                    <a:pt x="890270" y="725170"/>
                  </a:cubicBezTo>
                  <a:cubicBezTo>
                    <a:pt x="915670" y="652780"/>
                    <a:pt x="993140" y="577850"/>
                    <a:pt x="1043940" y="514350"/>
                  </a:cubicBezTo>
                  <a:cubicBezTo>
                    <a:pt x="1089660" y="458470"/>
                    <a:pt x="1129030" y="415290"/>
                    <a:pt x="1178560" y="361950"/>
                  </a:cubicBezTo>
                  <a:cubicBezTo>
                    <a:pt x="1236980" y="299720"/>
                    <a:pt x="1310640" y="223520"/>
                    <a:pt x="1374140" y="165100"/>
                  </a:cubicBezTo>
                  <a:cubicBezTo>
                    <a:pt x="1432560" y="111760"/>
                    <a:pt x="1503680" y="44450"/>
                    <a:pt x="1545590" y="20320"/>
                  </a:cubicBezTo>
                  <a:cubicBezTo>
                    <a:pt x="1565910" y="8890"/>
                    <a:pt x="1579880" y="3810"/>
                    <a:pt x="1596390" y="2540"/>
                  </a:cubicBezTo>
                  <a:cubicBezTo>
                    <a:pt x="1614170" y="0"/>
                    <a:pt x="1634490" y="3810"/>
                    <a:pt x="1651000" y="10160"/>
                  </a:cubicBezTo>
                  <a:cubicBezTo>
                    <a:pt x="1667510" y="16510"/>
                    <a:pt x="1684020" y="29210"/>
                    <a:pt x="1695450" y="41910"/>
                  </a:cubicBezTo>
                  <a:cubicBezTo>
                    <a:pt x="1706880" y="55880"/>
                    <a:pt x="1717040" y="72390"/>
                    <a:pt x="1719580" y="91440"/>
                  </a:cubicBezTo>
                  <a:cubicBezTo>
                    <a:pt x="1723390" y="114300"/>
                    <a:pt x="1718310" y="151130"/>
                    <a:pt x="1708150" y="171450"/>
                  </a:cubicBezTo>
                  <a:cubicBezTo>
                    <a:pt x="1699260" y="189230"/>
                    <a:pt x="1692910" y="196850"/>
                    <a:pt x="1670050" y="212090"/>
                  </a:cubicBezTo>
                  <a:cubicBezTo>
                    <a:pt x="1600200" y="259080"/>
                    <a:pt x="1275080" y="347980"/>
                    <a:pt x="1159510" y="405130"/>
                  </a:cubicBezTo>
                  <a:cubicBezTo>
                    <a:pt x="1096010" y="436880"/>
                    <a:pt x="1068070" y="457200"/>
                    <a:pt x="1019810" y="495300"/>
                  </a:cubicBezTo>
                  <a:cubicBezTo>
                    <a:pt x="957580" y="542290"/>
                    <a:pt x="872490" y="655320"/>
                    <a:pt x="824230" y="676910"/>
                  </a:cubicBezTo>
                  <a:cubicBezTo>
                    <a:pt x="802640" y="687070"/>
                    <a:pt x="788670" y="687070"/>
                    <a:pt x="769620" y="683260"/>
                  </a:cubicBezTo>
                  <a:cubicBezTo>
                    <a:pt x="746760" y="679450"/>
                    <a:pt x="715010" y="664210"/>
                    <a:pt x="698500" y="645160"/>
                  </a:cubicBezTo>
                  <a:cubicBezTo>
                    <a:pt x="681990" y="626110"/>
                    <a:pt x="670560" y="594360"/>
                    <a:pt x="670560" y="568960"/>
                  </a:cubicBezTo>
                  <a:cubicBezTo>
                    <a:pt x="670560" y="543560"/>
                    <a:pt x="689610" y="509270"/>
                    <a:pt x="699770" y="492760"/>
                  </a:cubicBezTo>
                  <a:cubicBezTo>
                    <a:pt x="707390" y="483870"/>
                    <a:pt x="708660" y="480060"/>
                    <a:pt x="721360" y="474980"/>
                  </a:cubicBezTo>
                  <a:cubicBezTo>
                    <a:pt x="762000" y="459740"/>
                    <a:pt x="925830" y="471170"/>
                    <a:pt x="1027430" y="480060"/>
                  </a:cubicBezTo>
                  <a:cubicBezTo>
                    <a:pt x="1127760" y="488950"/>
                    <a:pt x="1266190" y="477520"/>
                    <a:pt x="1324610" y="527050"/>
                  </a:cubicBezTo>
                  <a:cubicBezTo>
                    <a:pt x="1372870" y="567690"/>
                    <a:pt x="1402080" y="673100"/>
                    <a:pt x="1388110" y="718820"/>
                  </a:cubicBezTo>
                  <a:cubicBezTo>
                    <a:pt x="1379220" y="753110"/>
                    <a:pt x="1341120" y="768350"/>
                    <a:pt x="1299210" y="791210"/>
                  </a:cubicBezTo>
                  <a:cubicBezTo>
                    <a:pt x="1228090" y="829310"/>
                    <a:pt x="1051560" y="883920"/>
                    <a:pt x="980440" y="891540"/>
                  </a:cubicBezTo>
                  <a:cubicBezTo>
                    <a:pt x="944880" y="895350"/>
                    <a:pt x="922020" y="895350"/>
                    <a:pt x="899160" y="883920"/>
                  </a:cubicBezTo>
                  <a:cubicBezTo>
                    <a:pt x="876300" y="872490"/>
                    <a:pt x="853440" y="847090"/>
                    <a:pt x="844550" y="824230"/>
                  </a:cubicBezTo>
                  <a:cubicBezTo>
                    <a:pt x="834390" y="800100"/>
                    <a:pt x="834390" y="767080"/>
                    <a:pt x="843280" y="742950"/>
                  </a:cubicBezTo>
                  <a:cubicBezTo>
                    <a:pt x="850900" y="718820"/>
                    <a:pt x="867410" y="704850"/>
                    <a:pt x="895350" y="680720"/>
                  </a:cubicBezTo>
                  <a:cubicBezTo>
                    <a:pt x="955040" y="628650"/>
                    <a:pt x="1106170" y="537210"/>
                    <a:pt x="1214120" y="474980"/>
                  </a:cubicBezTo>
                  <a:cubicBezTo>
                    <a:pt x="1319530" y="415290"/>
                    <a:pt x="1433830" y="372110"/>
                    <a:pt x="1534160" y="312420"/>
                  </a:cubicBezTo>
                  <a:cubicBezTo>
                    <a:pt x="1628140" y="257810"/>
                    <a:pt x="1733550" y="171450"/>
                    <a:pt x="1797050" y="134620"/>
                  </a:cubicBezTo>
                  <a:cubicBezTo>
                    <a:pt x="1832610" y="115570"/>
                    <a:pt x="1855470" y="104140"/>
                    <a:pt x="1880870" y="93980"/>
                  </a:cubicBezTo>
                  <a:cubicBezTo>
                    <a:pt x="1899920" y="87630"/>
                    <a:pt x="1916430" y="81280"/>
                    <a:pt x="1934210" y="81280"/>
                  </a:cubicBezTo>
                  <a:cubicBezTo>
                    <a:pt x="1951990" y="81280"/>
                    <a:pt x="1971040" y="85090"/>
                    <a:pt x="1987550" y="93980"/>
                  </a:cubicBezTo>
                  <a:cubicBezTo>
                    <a:pt x="2002790" y="101600"/>
                    <a:pt x="2018030" y="115570"/>
                    <a:pt x="2028190" y="129540"/>
                  </a:cubicBezTo>
                  <a:cubicBezTo>
                    <a:pt x="2038350" y="143510"/>
                    <a:pt x="2047240" y="161290"/>
                    <a:pt x="2048510" y="180340"/>
                  </a:cubicBezTo>
                  <a:cubicBezTo>
                    <a:pt x="2049780" y="203200"/>
                    <a:pt x="2045970" y="232410"/>
                    <a:pt x="2029460" y="259080"/>
                  </a:cubicBezTo>
                  <a:cubicBezTo>
                    <a:pt x="2004060" y="300990"/>
                    <a:pt x="1941830" y="341630"/>
                    <a:pt x="1877060" y="388620"/>
                  </a:cubicBezTo>
                  <a:cubicBezTo>
                    <a:pt x="1778000" y="458470"/>
                    <a:pt x="1606550" y="551180"/>
                    <a:pt x="1482090" y="618490"/>
                  </a:cubicBezTo>
                  <a:cubicBezTo>
                    <a:pt x="1371600" y="678180"/>
                    <a:pt x="1239520" y="759460"/>
                    <a:pt x="1167130" y="777240"/>
                  </a:cubicBezTo>
                  <a:cubicBezTo>
                    <a:pt x="1132840" y="786130"/>
                    <a:pt x="1109980" y="786130"/>
                    <a:pt x="1085850" y="777240"/>
                  </a:cubicBezTo>
                  <a:cubicBezTo>
                    <a:pt x="1062990" y="768350"/>
                    <a:pt x="1036320" y="746760"/>
                    <a:pt x="1024890" y="723900"/>
                  </a:cubicBezTo>
                  <a:cubicBezTo>
                    <a:pt x="1013460" y="702310"/>
                    <a:pt x="1008380" y="668020"/>
                    <a:pt x="1014730" y="643890"/>
                  </a:cubicBezTo>
                  <a:cubicBezTo>
                    <a:pt x="1021080" y="619760"/>
                    <a:pt x="1031240" y="596900"/>
                    <a:pt x="1060450" y="576580"/>
                  </a:cubicBezTo>
                  <a:cubicBezTo>
                    <a:pt x="1127760" y="530860"/>
                    <a:pt x="1377950" y="505460"/>
                    <a:pt x="1480820" y="480060"/>
                  </a:cubicBezTo>
                  <a:cubicBezTo>
                    <a:pt x="1541780" y="464820"/>
                    <a:pt x="1607820" y="454660"/>
                    <a:pt x="1625600" y="440690"/>
                  </a:cubicBezTo>
                  <a:cubicBezTo>
                    <a:pt x="1631950" y="436880"/>
                    <a:pt x="1628140" y="427990"/>
                    <a:pt x="1633220" y="426720"/>
                  </a:cubicBezTo>
                  <a:cubicBezTo>
                    <a:pt x="1653540" y="424180"/>
                    <a:pt x="1812290" y="533400"/>
                    <a:pt x="1808480" y="575310"/>
                  </a:cubicBezTo>
                  <a:cubicBezTo>
                    <a:pt x="1804670" y="612140"/>
                    <a:pt x="1718310" y="641350"/>
                    <a:pt x="1645920" y="670560"/>
                  </a:cubicBezTo>
                  <a:cubicBezTo>
                    <a:pt x="1521460" y="717550"/>
                    <a:pt x="1196340" y="789940"/>
                    <a:pt x="1112520" y="783590"/>
                  </a:cubicBezTo>
                  <a:cubicBezTo>
                    <a:pt x="1085850" y="782320"/>
                    <a:pt x="1076960" y="777240"/>
                    <a:pt x="1061720" y="764540"/>
                  </a:cubicBezTo>
                  <a:cubicBezTo>
                    <a:pt x="1042670" y="750570"/>
                    <a:pt x="1022350" y="721360"/>
                    <a:pt x="1014730" y="698500"/>
                  </a:cubicBezTo>
                  <a:cubicBezTo>
                    <a:pt x="1009650" y="680720"/>
                    <a:pt x="1010920" y="661670"/>
                    <a:pt x="1014730" y="643890"/>
                  </a:cubicBezTo>
                  <a:cubicBezTo>
                    <a:pt x="1018540" y="626110"/>
                    <a:pt x="1021080" y="613410"/>
                    <a:pt x="1040130" y="595630"/>
                  </a:cubicBezTo>
                  <a:cubicBezTo>
                    <a:pt x="1094740" y="538480"/>
                    <a:pt x="1350010" y="431800"/>
                    <a:pt x="1477010" y="359410"/>
                  </a:cubicBezTo>
                  <a:cubicBezTo>
                    <a:pt x="1577340" y="303530"/>
                    <a:pt x="1664970" y="254000"/>
                    <a:pt x="1742440" y="203200"/>
                  </a:cubicBezTo>
                  <a:cubicBezTo>
                    <a:pt x="1804670" y="162560"/>
                    <a:pt x="1864360" y="97790"/>
                    <a:pt x="1906270" y="85090"/>
                  </a:cubicBezTo>
                  <a:cubicBezTo>
                    <a:pt x="1927860" y="77470"/>
                    <a:pt x="1944370" y="80010"/>
                    <a:pt x="1960880" y="83820"/>
                  </a:cubicBezTo>
                  <a:cubicBezTo>
                    <a:pt x="1978660" y="87630"/>
                    <a:pt x="1996440" y="95250"/>
                    <a:pt x="2010410" y="109220"/>
                  </a:cubicBezTo>
                  <a:cubicBezTo>
                    <a:pt x="2026920" y="125730"/>
                    <a:pt x="2043430" y="157480"/>
                    <a:pt x="2048510" y="180340"/>
                  </a:cubicBezTo>
                  <a:cubicBezTo>
                    <a:pt x="2052320" y="199390"/>
                    <a:pt x="2049780" y="217170"/>
                    <a:pt x="2042160" y="234950"/>
                  </a:cubicBezTo>
                  <a:cubicBezTo>
                    <a:pt x="2033270" y="256540"/>
                    <a:pt x="2009140" y="280670"/>
                    <a:pt x="1988820" y="295910"/>
                  </a:cubicBezTo>
                  <a:cubicBezTo>
                    <a:pt x="1969770" y="309880"/>
                    <a:pt x="1953260" y="309880"/>
                    <a:pt x="1924050" y="325120"/>
                  </a:cubicBezTo>
                  <a:cubicBezTo>
                    <a:pt x="1863090" y="359410"/>
                    <a:pt x="1739900" y="457200"/>
                    <a:pt x="1640840" y="514350"/>
                  </a:cubicBezTo>
                  <a:cubicBezTo>
                    <a:pt x="1541780" y="572770"/>
                    <a:pt x="1436370" y="613410"/>
                    <a:pt x="1330960" y="673100"/>
                  </a:cubicBezTo>
                  <a:cubicBezTo>
                    <a:pt x="1215390" y="737870"/>
                    <a:pt x="1057910" y="873760"/>
                    <a:pt x="980440" y="891540"/>
                  </a:cubicBezTo>
                  <a:cubicBezTo>
                    <a:pt x="944880" y="899160"/>
                    <a:pt x="920750" y="892810"/>
                    <a:pt x="899160" y="883920"/>
                  </a:cubicBezTo>
                  <a:cubicBezTo>
                    <a:pt x="881380" y="876300"/>
                    <a:pt x="867410" y="863600"/>
                    <a:pt x="857250" y="848360"/>
                  </a:cubicBezTo>
                  <a:cubicBezTo>
                    <a:pt x="845820" y="828040"/>
                    <a:pt x="835660" y="792480"/>
                    <a:pt x="836930" y="769620"/>
                  </a:cubicBezTo>
                  <a:cubicBezTo>
                    <a:pt x="836930" y="750570"/>
                    <a:pt x="843280" y="734060"/>
                    <a:pt x="854710" y="717550"/>
                  </a:cubicBezTo>
                  <a:cubicBezTo>
                    <a:pt x="868680" y="699770"/>
                    <a:pt x="889000" y="687070"/>
                    <a:pt x="920750" y="670560"/>
                  </a:cubicBezTo>
                  <a:cubicBezTo>
                    <a:pt x="982980" y="640080"/>
                    <a:pt x="1193800" y="549910"/>
                    <a:pt x="1216660" y="576580"/>
                  </a:cubicBezTo>
                  <a:cubicBezTo>
                    <a:pt x="1233170" y="595630"/>
                    <a:pt x="1184910" y="701040"/>
                    <a:pt x="1149350" y="721360"/>
                  </a:cubicBezTo>
                  <a:cubicBezTo>
                    <a:pt x="1117600" y="739140"/>
                    <a:pt x="1069340" y="716280"/>
                    <a:pt x="1024890" y="708660"/>
                  </a:cubicBezTo>
                  <a:cubicBezTo>
                    <a:pt x="970280" y="698500"/>
                    <a:pt x="889000" y="662940"/>
                    <a:pt x="848360" y="665480"/>
                  </a:cubicBezTo>
                  <a:cubicBezTo>
                    <a:pt x="825500" y="666750"/>
                    <a:pt x="815340" y="681990"/>
                    <a:pt x="797560" y="683260"/>
                  </a:cubicBezTo>
                  <a:cubicBezTo>
                    <a:pt x="779780" y="685800"/>
                    <a:pt x="759460" y="683260"/>
                    <a:pt x="742950" y="676910"/>
                  </a:cubicBezTo>
                  <a:cubicBezTo>
                    <a:pt x="726440" y="669290"/>
                    <a:pt x="709930" y="660400"/>
                    <a:pt x="698500" y="645160"/>
                  </a:cubicBezTo>
                  <a:cubicBezTo>
                    <a:pt x="684530" y="626110"/>
                    <a:pt x="671830" y="591820"/>
                    <a:pt x="670560" y="568960"/>
                  </a:cubicBezTo>
                  <a:cubicBezTo>
                    <a:pt x="669290" y="549910"/>
                    <a:pt x="675640" y="534670"/>
                    <a:pt x="684530" y="515620"/>
                  </a:cubicBezTo>
                  <a:cubicBezTo>
                    <a:pt x="697230" y="487680"/>
                    <a:pt x="723900" y="449580"/>
                    <a:pt x="753110" y="419100"/>
                  </a:cubicBezTo>
                  <a:cubicBezTo>
                    <a:pt x="784860" y="384810"/>
                    <a:pt x="826770" y="353060"/>
                    <a:pt x="872490" y="320040"/>
                  </a:cubicBezTo>
                  <a:cubicBezTo>
                    <a:pt x="928370" y="279400"/>
                    <a:pt x="994410" y="233680"/>
                    <a:pt x="1066800" y="196850"/>
                  </a:cubicBezTo>
                  <a:cubicBezTo>
                    <a:pt x="1150620" y="153670"/>
                    <a:pt x="1254760" y="116840"/>
                    <a:pt x="1346200" y="82550"/>
                  </a:cubicBezTo>
                  <a:cubicBezTo>
                    <a:pt x="1431290" y="52070"/>
                    <a:pt x="1536700" y="3810"/>
                    <a:pt x="1596390" y="2540"/>
                  </a:cubicBezTo>
                  <a:cubicBezTo>
                    <a:pt x="1630680" y="1270"/>
                    <a:pt x="1654810" y="8890"/>
                    <a:pt x="1675130" y="22860"/>
                  </a:cubicBezTo>
                  <a:cubicBezTo>
                    <a:pt x="1695450" y="38100"/>
                    <a:pt x="1713230" y="68580"/>
                    <a:pt x="1719580" y="91440"/>
                  </a:cubicBezTo>
                  <a:cubicBezTo>
                    <a:pt x="1724660" y="109220"/>
                    <a:pt x="1723390" y="128270"/>
                    <a:pt x="1718310" y="146050"/>
                  </a:cubicBezTo>
                  <a:cubicBezTo>
                    <a:pt x="1713230" y="162560"/>
                    <a:pt x="1708150" y="173990"/>
                    <a:pt x="1691640" y="194310"/>
                  </a:cubicBezTo>
                  <a:cubicBezTo>
                    <a:pt x="1652270" y="242570"/>
                    <a:pt x="1510030" y="347980"/>
                    <a:pt x="1449070" y="407670"/>
                  </a:cubicBezTo>
                  <a:cubicBezTo>
                    <a:pt x="1407160" y="448310"/>
                    <a:pt x="1384300" y="474980"/>
                    <a:pt x="1350010" y="513080"/>
                  </a:cubicBezTo>
                  <a:cubicBezTo>
                    <a:pt x="1310640" y="556260"/>
                    <a:pt x="1266190" y="600710"/>
                    <a:pt x="1225550" y="654050"/>
                  </a:cubicBezTo>
                  <a:cubicBezTo>
                    <a:pt x="1177290" y="716280"/>
                    <a:pt x="1126490" y="862330"/>
                    <a:pt x="1082040" y="866140"/>
                  </a:cubicBezTo>
                  <a:cubicBezTo>
                    <a:pt x="1050290" y="869950"/>
                    <a:pt x="985520" y="802640"/>
                    <a:pt x="993140" y="777240"/>
                  </a:cubicBezTo>
                  <a:cubicBezTo>
                    <a:pt x="1007110" y="730250"/>
                    <a:pt x="1365250" y="681990"/>
                    <a:pt x="1440180" y="688340"/>
                  </a:cubicBezTo>
                  <a:cubicBezTo>
                    <a:pt x="1465580" y="690880"/>
                    <a:pt x="1475740" y="697230"/>
                    <a:pt x="1490980" y="708660"/>
                  </a:cubicBezTo>
                  <a:cubicBezTo>
                    <a:pt x="1504950" y="718820"/>
                    <a:pt x="1518920" y="734060"/>
                    <a:pt x="1526540" y="749300"/>
                  </a:cubicBezTo>
                  <a:cubicBezTo>
                    <a:pt x="1534160" y="764540"/>
                    <a:pt x="1540510" y="783590"/>
                    <a:pt x="1539240" y="802640"/>
                  </a:cubicBezTo>
                  <a:cubicBezTo>
                    <a:pt x="1537970" y="825500"/>
                    <a:pt x="1532890" y="852170"/>
                    <a:pt x="1510030" y="877570"/>
                  </a:cubicBezTo>
                  <a:cubicBezTo>
                    <a:pt x="1455420" y="935990"/>
                    <a:pt x="1242060" y="1003300"/>
                    <a:pt x="1134110" y="1060450"/>
                  </a:cubicBezTo>
                  <a:cubicBezTo>
                    <a:pt x="1050290" y="1104900"/>
                    <a:pt x="970280" y="1178560"/>
                    <a:pt x="913130" y="1188720"/>
                  </a:cubicBezTo>
                  <a:cubicBezTo>
                    <a:pt x="881380" y="1193800"/>
                    <a:pt x="854710" y="1187450"/>
                    <a:pt x="833120" y="1173480"/>
                  </a:cubicBezTo>
                  <a:cubicBezTo>
                    <a:pt x="811530" y="1160780"/>
                    <a:pt x="791210" y="1134110"/>
                    <a:pt x="783590" y="1109980"/>
                  </a:cubicBezTo>
                  <a:cubicBezTo>
                    <a:pt x="775970" y="1085850"/>
                    <a:pt x="777240" y="1052830"/>
                    <a:pt x="787400" y="1029970"/>
                  </a:cubicBezTo>
                  <a:cubicBezTo>
                    <a:pt x="797560" y="1005840"/>
                    <a:pt x="816610" y="989330"/>
                    <a:pt x="844550" y="971550"/>
                  </a:cubicBezTo>
                  <a:cubicBezTo>
                    <a:pt x="890270" y="943610"/>
                    <a:pt x="970280" y="932180"/>
                    <a:pt x="1051560" y="900430"/>
                  </a:cubicBezTo>
                  <a:cubicBezTo>
                    <a:pt x="1174750" y="853440"/>
                    <a:pt x="1427480" y="718820"/>
                    <a:pt x="1506220" y="704850"/>
                  </a:cubicBezTo>
                  <a:cubicBezTo>
                    <a:pt x="1532890" y="699770"/>
                    <a:pt x="1544320" y="702310"/>
                    <a:pt x="1560830" y="707390"/>
                  </a:cubicBezTo>
                  <a:cubicBezTo>
                    <a:pt x="1578610" y="712470"/>
                    <a:pt x="1595120" y="721360"/>
                    <a:pt x="1607820" y="735330"/>
                  </a:cubicBezTo>
                  <a:cubicBezTo>
                    <a:pt x="1624330" y="753110"/>
                    <a:pt x="1640840" y="783590"/>
                    <a:pt x="1642110" y="808990"/>
                  </a:cubicBezTo>
                  <a:cubicBezTo>
                    <a:pt x="1644650" y="834390"/>
                    <a:pt x="1634490" y="866140"/>
                    <a:pt x="1619250" y="886460"/>
                  </a:cubicBezTo>
                  <a:cubicBezTo>
                    <a:pt x="1604010" y="906780"/>
                    <a:pt x="1579880" y="916940"/>
                    <a:pt x="1550670" y="929640"/>
                  </a:cubicBezTo>
                  <a:cubicBezTo>
                    <a:pt x="1502410" y="947420"/>
                    <a:pt x="1428750" y="957580"/>
                    <a:pt x="1352550" y="966470"/>
                  </a:cubicBezTo>
                  <a:cubicBezTo>
                    <a:pt x="1250950" y="979170"/>
                    <a:pt x="1062990" y="995680"/>
                    <a:pt x="996950" y="989330"/>
                  </a:cubicBezTo>
                  <a:cubicBezTo>
                    <a:pt x="971550" y="985520"/>
                    <a:pt x="960120" y="984250"/>
                    <a:pt x="944880" y="974090"/>
                  </a:cubicBezTo>
                  <a:cubicBezTo>
                    <a:pt x="924560" y="961390"/>
                    <a:pt x="901700" y="933450"/>
                    <a:pt x="892810" y="911860"/>
                  </a:cubicBezTo>
                  <a:cubicBezTo>
                    <a:pt x="885190" y="894080"/>
                    <a:pt x="882650" y="876300"/>
                    <a:pt x="886460" y="857250"/>
                  </a:cubicBezTo>
                  <a:cubicBezTo>
                    <a:pt x="891540" y="835660"/>
                    <a:pt x="909320" y="802640"/>
                    <a:pt x="927100" y="787400"/>
                  </a:cubicBezTo>
                  <a:cubicBezTo>
                    <a:pt x="939800" y="773430"/>
                    <a:pt x="948690" y="772160"/>
                    <a:pt x="975360" y="763270"/>
                  </a:cubicBezTo>
                  <a:cubicBezTo>
                    <a:pt x="1065530" y="728980"/>
                    <a:pt x="1501140" y="612140"/>
                    <a:pt x="1596390" y="596900"/>
                  </a:cubicBezTo>
                  <a:cubicBezTo>
                    <a:pt x="1624330" y="593090"/>
                    <a:pt x="1633220" y="590550"/>
                    <a:pt x="1651000" y="594360"/>
                  </a:cubicBezTo>
                  <a:cubicBezTo>
                    <a:pt x="1668780" y="596900"/>
                    <a:pt x="1686560" y="605790"/>
                    <a:pt x="1700530" y="617220"/>
                  </a:cubicBezTo>
                  <a:cubicBezTo>
                    <a:pt x="1714500" y="627380"/>
                    <a:pt x="1727200" y="643890"/>
                    <a:pt x="1733550" y="660400"/>
                  </a:cubicBezTo>
                  <a:cubicBezTo>
                    <a:pt x="1741170" y="676910"/>
                    <a:pt x="1744980" y="695960"/>
                    <a:pt x="1743710" y="713740"/>
                  </a:cubicBezTo>
                  <a:cubicBezTo>
                    <a:pt x="1742440" y="731520"/>
                    <a:pt x="1736090" y="750570"/>
                    <a:pt x="1727200" y="765810"/>
                  </a:cubicBezTo>
                  <a:cubicBezTo>
                    <a:pt x="1718310" y="781050"/>
                    <a:pt x="1706880" y="792480"/>
                    <a:pt x="1687830" y="805180"/>
                  </a:cubicBezTo>
                  <a:cubicBezTo>
                    <a:pt x="1657350" y="824230"/>
                    <a:pt x="1611630" y="835660"/>
                    <a:pt x="1545590" y="854710"/>
                  </a:cubicBezTo>
                  <a:cubicBezTo>
                    <a:pt x="1405890" y="896620"/>
                    <a:pt x="982980" y="1029970"/>
                    <a:pt x="875030" y="1013460"/>
                  </a:cubicBezTo>
                  <a:cubicBezTo>
                    <a:pt x="838200" y="1008380"/>
                    <a:pt x="820420" y="990600"/>
                    <a:pt x="805180" y="974090"/>
                  </a:cubicBezTo>
                  <a:cubicBezTo>
                    <a:pt x="791210" y="960120"/>
                    <a:pt x="783590" y="943610"/>
                    <a:pt x="781050" y="924560"/>
                  </a:cubicBezTo>
                  <a:cubicBezTo>
                    <a:pt x="777240" y="901700"/>
                    <a:pt x="783590" y="864870"/>
                    <a:pt x="793750" y="844550"/>
                  </a:cubicBezTo>
                  <a:cubicBezTo>
                    <a:pt x="802640" y="826770"/>
                    <a:pt x="812800" y="820420"/>
                    <a:pt x="831850" y="805180"/>
                  </a:cubicBezTo>
                  <a:cubicBezTo>
                    <a:pt x="868680" y="774700"/>
                    <a:pt x="963930" y="718820"/>
                    <a:pt x="1021080" y="693420"/>
                  </a:cubicBezTo>
                  <a:cubicBezTo>
                    <a:pt x="1062990" y="674370"/>
                    <a:pt x="1088390" y="674370"/>
                    <a:pt x="1136650" y="656590"/>
                  </a:cubicBezTo>
                  <a:cubicBezTo>
                    <a:pt x="1220470" y="626110"/>
                    <a:pt x="1407160" y="527050"/>
                    <a:pt x="1473200" y="511810"/>
                  </a:cubicBezTo>
                  <a:cubicBezTo>
                    <a:pt x="1497330" y="505460"/>
                    <a:pt x="1510030" y="505460"/>
                    <a:pt x="1527810" y="508000"/>
                  </a:cubicBezTo>
                  <a:cubicBezTo>
                    <a:pt x="1544320" y="511810"/>
                    <a:pt x="1563370" y="518160"/>
                    <a:pt x="1577340" y="530860"/>
                  </a:cubicBezTo>
                  <a:cubicBezTo>
                    <a:pt x="1595120" y="546100"/>
                    <a:pt x="1612900" y="577850"/>
                    <a:pt x="1619250" y="599440"/>
                  </a:cubicBezTo>
                  <a:cubicBezTo>
                    <a:pt x="1623060" y="618490"/>
                    <a:pt x="1620520" y="637540"/>
                    <a:pt x="1615440" y="654050"/>
                  </a:cubicBezTo>
                  <a:cubicBezTo>
                    <a:pt x="1610360" y="671830"/>
                    <a:pt x="1600200" y="687070"/>
                    <a:pt x="1587500" y="701040"/>
                  </a:cubicBezTo>
                  <a:cubicBezTo>
                    <a:pt x="1573530" y="716280"/>
                    <a:pt x="1557020" y="726440"/>
                    <a:pt x="1530350" y="740410"/>
                  </a:cubicBezTo>
                  <a:cubicBezTo>
                    <a:pt x="1478280" y="768350"/>
                    <a:pt x="1365250" y="812800"/>
                    <a:pt x="1278890" y="831850"/>
                  </a:cubicBezTo>
                  <a:cubicBezTo>
                    <a:pt x="1192530" y="849630"/>
                    <a:pt x="1065530" y="863600"/>
                    <a:pt x="1013460" y="854710"/>
                  </a:cubicBezTo>
                  <a:cubicBezTo>
                    <a:pt x="989330" y="850900"/>
                    <a:pt x="977900" y="844550"/>
                    <a:pt x="963930" y="830580"/>
                  </a:cubicBezTo>
                  <a:cubicBezTo>
                    <a:pt x="946150" y="815340"/>
                    <a:pt x="928370" y="783590"/>
                    <a:pt x="923290" y="760730"/>
                  </a:cubicBezTo>
                  <a:cubicBezTo>
                    <a:pt x="918210" y="742950"/>
                    <a:pt x="922020" y="722630"/>
                    <a:pt x="927100" y="706120"/>
                  </a:cubicBezTo>
                  <a:cubicBezTo>
                    <a:pt x="933450" y="689610"/>
                    <a:pt x="942340" y="676910"/>
                    <a:pt x="956310" y="660400"/>
                  </a:cubicBezTo>
                  <a:cubicBezTo>
                    <a:pt x="977900" y="632460"/>
                    <a:pt x="1013460" y="595630"/>
                    <a:pt x="1051560" y="565150"/>
                  </a:cubicBezTo>
                  <a:cubicBezTo>
                    <a:pt x="1097280" y="528320"/>
                    <a:pt x="1165860" y="472440"/>
                    <a:pt x="1220470" y="463550"/>
                  </a:cubicBezTo>
                  <a:cubicBezTo>
                    <a:pt x="1263650" y="455930"/>
                    <a:pt x="1344930" y="485140"/>
                    <a:pt x="1344930" y="490220"/>
                  </a:cubicBezTo>
                  <a:cubicBezTo>
                    <a:pt x="1343660" y="497840"/>
                    <a:pt x="1163320" y="487680"/>
                    <a:pt x="1074420" y="491490"/>
                  </a:cubicBezTo>
                  <a:cubicBezTo>
                    <a:pt x="988060" y="495300"/>
                    <a:pt x="876300" y="530860"/>
                    <a:pt x="821690" y="515620"/>
                  </a:cubicBezTo>
                  <a:cubicBezTo>
                    <a:pt x="791210" y="506730"/>
                    <a:pt x="770890" y="487680"/>
                    <a:pt x="756920" y="467360"/>
                  </a:cubicBezTo>
                  <a:cubicBezTo>
                    <a:pt x="744220" y="445770"/>
                    <a:pt x="739140" y="410210"/>
                    <a:pt x="741680" y="387350"/>
                  </a:cubicBezTo>
                  <a:cubicBezTo>
                    <a:pt x="742950" y="368300"/>
                    <a:pt x="750570" y="351790"/>
                    <a:pt x="763270" y="336550"/>
                  </a:cubicBezTo>
                  <a:cubicBezTo>
                    <a:pt x="778510" y="318770"/>
                    <a:pt x="826770" y="289560"/>
                    <a:pt x="831850" y="294640"/>
                  </a:cubicBezTo>
                  <a:cubicBezTo>
                    <a:pt x="836930" y="298450"/>
                    <a:pt x="816610" y="332740"/>
                    <a:pt x="801370" y="353060"/>
                  </a:cubicBezTo>
                  <a:cubicBezTo>
                    <a:pt x="782320" y="381000"/>
                    <a:pt x="764540" y="429260"/>
                    <a:pt x="721360" y="441960"/>
                  </a:cubicBezTo>
                  <a:cubicBezTo>
                    <a:pt x="642620" y="467360"/>
                    <a:pt x="392430" y="392430"/>
                    <a:pt x="322580" y="353060"/>
                  </a:cubicBezTo>
                  <a:cubicBezTo>
                    <a:pt x="290830" y="336550"/>
                    <a:pt x="275590" y="318770"/>
                    <a:pt x="264160" y="295910"/>
                  </a:cubicBezTo>
                  <a:cubicBezTo>
                    <a:pt x="254000" y="273050"/>
                    <a:pt x="254000" y="237490"/>
                    <a:pt x="260350" y="214630"/>
                  </a:cubicBezTo>
                  <a:cubicBezTo>
                    <a:pt x="264160" y="196850"/>
                    <a:pt x="275590" y="180340"/>
                    <a:pt x="288290" y="168910"/>
                  </a:cubicBezTo>
                  <a:cubicBezTo>
                    <a:pt x="300990" y="156210"/>
                    <a:pt x="314960" y="146050"/>
                    <a:pt x="335280" y="139700"/>
                  </a:cubicBezTo>
                  <a:cubicBezTo>
                    <a:pt x="363220" y="130810"/>
                    <a:pt x="401320" y="138430"/>
                    <a:pt x="445770" y="132080"/>
                  </a:cubicBezTo>
                  <a:cubicBezTo>
                    <a:pt x="513080" y="121920"/>
                    <a:pt x="646430" y="73660"/>
                    <a:pt x="699770" y="73660"/>
                  </a:cubicBezTo>
                  <a:cubicBezTo>
                    <a:pt x="725170" y="73660"/>
                    <a:pt x="737870" y="77470"/>
                    <a:pt x="754380" y="85090"/>
                  </a:cubicBezTo>
                  <a:cubicBezTo>
                    <a:pt x="769620" y="92710"/>
                    <a:pt x="786130" y="104140"/>
                    <a:pt x="796290" y="119380"/>
                  </a:cubicBezTo>
                  <a:cubicBezTo>
                    <a:pt x="808990" y="139700"/>
                    <a:pt x="820420" y="172720"/>
                    <a:pt x="817880" y="198120"/>
                  </a:cubicBezTo>
                  <a:cubicBezTo>
                    <a:pt x="816610" y="223520"/>
                    <a:pt x="798830" y="254000"/>
                    <a:pt x="783590" y="270510"/>
                  </a:cubicBezTo>
                  <a:cubicBezTo>
                    <a:pt x="769620" y="284480"/>
                    <a:pt x="758190" y="290830"/>
                    <a:pt x="735330" y="298450"/>
                  </a:cubicBezTo>
                  <a:cubicBezTo>
                    <a:pt x="694690" y="309880"/>
                    <a:pt x="617220" y="295910"/>
                    <a:pt x="547370" y="309880"/>
                  </a:cubicBezTo>
                  <a:cubicBezTo>
                    <a:pt x="452120" y="328930"/>
                    <a:pt x="284480" y="415290"/>
                    <a:pt x="222250" y="417830"/>
                  </a:cubicBezTo>
                  <a:cubicBezTo>
                    <a:pt x="196850" y="419100"/>
                    <a:pt x="185420" y="414020"/>
                    <a:pt x="168910" y="405130"/>
                  </a:cubicBezTo>
                  <a:cubicBezTo>
                    <a:pt x="153670" y="397510"/>
                    <a:pt x="138430" y="384810"/>
                    <a:pt x="128270" y="369570"/>
                  </a:cubicBezTo>
                  <a:cubicBezTo>
                    <a:pt x="115570" y="349250"/>
                    <a:pt x="105410" y="314960"/>
                    <a:pt x="109220" y="290830"/>
                  </a:cubicBezTo>
                  <a:cubicBezTo>
                    <a:pt x="111760" y="265430"/>
                    <a:pt x="129540" y="234950"/>
                    <a:pt x="146050" y="218440"/>
                  </a:cubicBezTo>
                  <a:cubicBezTo>
                    <a:pt x="160020" y="204470"/>
                    <a:pt x="168910" y="199390"/>
                    <a:pt x="194310" y="193040"/>
                  </a:cubicBezTo>
                  <a:cubicBezTo>
                    <a:pt x="267970" y="173990"/>
                    <a:pt x="501650" y="198120"/>
                    <a:pt x="648970" y="191770"/>
                  </a:cubicBezTo>
                  <a:cubicBezTo>
                    <a:pt x="789940" y="184150"/>
                    <a:pt x="977900" y="140970"/>
                    <a:pt x="1059180" y="152400"/>
                  </a:cubicBezTo>
                  <a:cubicBezTo>
                    <a:pt x="1096010" y="156210"/>
                    <a:pt x="1116330" y="162560"/>
                    <a:pt x="1135380" y="180340"/>
                  </a:cubicBezTo>
                  <a:cubicBezTo>
                    <a:pt x="1154430" y="196850"/>
                    <a:pt x="1170940" y="226060"/>
                    <a:pt x="1173480" y="251460"/>
                  </a:cubicBezTo>
                  <a:cubicBezTo>
                    <a:pt x="1177290" y="275590"/>
                    <a:pt x="1169670" y="308610"/>
                    <a:pt x="1155700" y="330200"/>
                  </a:cubicBezTo>
                  <a:cubicBezTo>
                    <a:pt x="1141730" y="350520"/>
                    <a:pt x="1122680" y="364490"/>
                    <a:pt x="1089660" y="377190"/>
                  </a:cubicBezTo>
                  <a:cubicBezTo>
                    <a:pt x="1017270" y="402590"/>
                    <a:pt x="792480" y="416560"/>
                    <a:pt x="716280" y="402590"/>
                  </a:cubicBezTo>
                  <a:cubicBezTo>
                    <a:pt x="680720" y="396240"/>
                    <a:pt x="660400" y="384810"/>
                    <a:pt x="642620" y="369570"/>
                  </a:cubicBezTo>
                  <a:cubicBezTo>
                    <a:pt x="628650" y="356870"/>
                    <a:pt x="619760" y="339090"/>
                    <a:pt x="614680" y="322580"/>
                  </a:cubicBezTo>
                  <a:cubicBezTo>
                    <a:pt x="608330" y="306070"/>
                    <a:pt x="607060" y="285750"/>
                    <a:pt x="610870" y="267970"/>
                  </a:cubicBezTo>
                  <a:cubicBezTo>
                    <a:pt x="613410" y="250190"/>
                    <a:pt x="618490" y="236220"/>
                    <a:pt x="632460" y="218440"/>
                  </a:cubicBezTo>
                  <a:cubicBezTo>
                    <a:pt x="660400" y="181610"/>
                    <a:pt x="744220" y="116840"/>
                    <a:pt x="796290" y="86360"/>
                  </a:cubicBezTo>
                  <a:cubicBezTo>
                    <a:pt x="834390" y="64770"/>
                    <a:pt x="872490" y="45720"/>
                    <a:pt x="906780" y="43180"/>
                  </a:cubicBezTo>
                  <a:cubicBezTo>
                    <a:pt x="934720" y="41910"/>
                    <a:pt x="963930" y="49530"/>
                    <a:pt x="985520" y="63500"/>
                  </a:cubicBezTo>
                  <a:cubicBezTo>
                    <a:pt x="1005840" y="77470"/>
                    <a:pt x="1024890" y="107950"/>
                    <a:pt x="1031240" y="130810"/>
                  </a:cubicBezTo>
                  <a:cubicBezTo>
                    <a:pt x="1036320" y="148590"/>
                    <a:pt x="1035050" y="167640"/>
                    <a:pt x="1031240" y="185420"/>
                  </a:cubicBezTo>
                  <a:cubicBezTo>
                    <a:pt x="1026160" y="201930"/>
                    <a:pt x="1017270" y="219710"/>
                    <a:pt x="1005840" y="233680"/>
                  </a:cubicBezTo>
                  <a:cubicBezTo>
                    <a:pt x="993140" y="246380"/>
                    <a:pt x="985520" y="252730"/>
                    <a:pt x="960120" y="264160"/>
                  </a:cubicBezTo>
                  <a:cubicBezTo>
                    <a:pt x="877570" y="300990"/>
                    <a:pt x="534670" y="354330"/>
                    <a:pt x="381000" y="402590"/>
                  </a:cubicBezTo>
                  <a:cubicBezTo>
                    <a:pt x="274320" y="435610"/>
                    <a:pt x="173990" y="500380"/>
                    <a:pt x="119380" y="504190"/>
                  </a:cubicBezTo>
                  <a:cubicBezTo>
                    <a:pt x="93980" y="506730"/>
                    <a:pt x="81280" y="501650"/>
                    <a:pt x="64770" y="494030"/>
                  </a:cubicBezTo>
                  <a:cubicBezTo>
                    <a:pt x="49530" y="486410"/>
                    <a:pt x="33020" y="474980"/>
                    <a:pt x="22860" y="459740"/>
                  </a:cubicBezTo>
                  <a:cubicBezTo>
                    <a:pt x="10160" y="440690"/>
                    <a:pt x="0" y="405130"/>
                    <a:pt x="0" y="382270"/>
                  </a:cubicBezTo>
                  <a:cubicBezTo>
                    <a:pt x="0" y="363220"/>
                    <a:pt x="6350" y="345440"/>
                    <a:pt x="16510" y="330200"/>
                  </a:cubicBezTo>
                  <a:cubicBezTo>
                    <a:pt x="30480" y="311150"/>
                    <a:pt x="48260" y="293370"/>
                    <a:pt x="81280" y="280670"/>
                  </a:cubicBezTo>
                  <a:cubicBezTo>
                    <a:pt x="153670" y="254000"/>
                    <a:pt x="332740" y="265430"/>
                    <a:pt x="458470" y="250190"/>
                  </a:cubicBezTo>
                  <a:cubicBezTo>
                    <a:pt x="584200" y="236220"/>
                    <a:pt x="737870" y="222250"/>
                    <a:pt x="834390" y="194310"/>
                  </a:cubicBezTo>
                  <a:cubicBezTo>
                    <a:pt x="897890" y="175260"/>
                    <a:pt x="943610" y="128270"/>
                    <a:pt x="986790" y="124460"/>
                  </a:cubicBezTo>
                  <a:cubicBezTo>
                    <a:pt x="1016000" y="121920"/>
                    <a:pt x="1043940" y="130810"/>
                    <a:pt x="1064260" y="146050"/>
                  </a:cubicBezTo>
                  <a:cubicBezTo>
                    <a:pt x="1085850" y="161290"/>
                    <a:pt x="1102360" y="191770"/>
                    <a:pt x="1109980" y="213360"/>
                  </a:cubicBezTo>
                  <a:cubicBezTo>
                    <a:pt x="1115060" y="232410"/>
                    <a:pt x="1112520" y="251460"/>
                    <a:pt x="1108710" y="267970"/>
                  </a:cubicBezTo>
                  <a:cubicBezTo>
                    <a:pt x="1103630" y="285750"/>
                    <a:pt x="1093470" y="303530"/>
                    <a:pt x="1082040" y="316230"/>
                  </a:cubicBezTo>
                  <a:cubicBezTo>
                    <a:pt x="1070610" y="328930"/>
                    <a:pt x="1055370" y="336550"/>
                    <a:pt x="1036320" y="346710"/>
                  </a:cubicBezTo>
                  <a:cubicBezTo>
                    <a:pt x="1007110" y="360680"/>
                    <a:pt x="963930" y="363220"/>
                    <a:pt x="919480" y="383540"/>
                  </a:cubicBezTo>
                  <a:cubicBezTo>
                    <a:pt x="857250" y="412750"/>
                    <a:pt x="750570" y="513080"/>
                    <a:pt x="701040" y="520700"/>
                  </a:cubicBezTo>
                  <a:cubicBezTo>
                    <a:pt x="679450" y="524510"/>
                    <a:pt x="664210" y="516890"/>
                    <a:pt x="648970" y="508000"/>
                  </a:cubicBezTo>
                  <a:cubicBezTo>
                    <a:pt x="632460" y="500380"/>
                    <a:pt x="617220" y="486410"/>
                    <a:pt x="607060" y="472440"/>
                  </a:cubicBezTo>
                  <a:cubicBezTo>
                    <a:pt x="596900" y="457200"/>
                    <a:pt x="590550" y="438150"/>
                    <a:pt x="588010" y="420370"/>
                  </a:cubicBezTo>
                  <a:cubicBezTo>
                    <a:pt x="585470" y="402590"/>
                    <a:pt x="588010" y="383540"/>
                    <a:pt x="594360" y="367030"/>
                  </a:cubicBezTo>
                  <a:cubicBezTo>
                    <a:pt x="600710" y="349250"/>
                    <a:pt x="612140" y="332740"/>
                    <a:pt x="626110" y="321310"/>
                  </a:cubicBezTo>
                  <a:cubicBezTo>
                    <a:pt x="638810" y="309880"/>
                    <a:pt x="650240" y="300990"/>
                    <a:pt x="674370" y="295910"/>
                  </a:cubicBezTo>
                  <a:cubicBezTo>
                    <a:pt x="726440" y="284480"/>
                    <a:pt x="890270" y="287020"/>
                    <a:pt x="939800" y="303530"/>
                  </a:cubicBezTo>
                  <a:cubicBezTo>
                    <a:pt x="962660" y="312420"/>
                    <a:pt x="971550" y="323850"/>
                    <a:pt x="982980" y="337820"/>
                  </a:cubicBezTo>
                  <a:cubicBezTo>
                    <a:pt x="994410" y="351790"/>
                    <a:pt x="1003300" y="369570"/>
                    <a:pt x="1005840" y="387350"/>
                  </a:cubicBezTo>
                  <a:cubicBezTo>
                    <a:pt x="1009650" y="403860"/>
                    <a:pt x="1008380" y="424180"/>
                    <a:pt x="1003300" y="441960"/>
                  </a:cubicBezTo>
                  <a:cubicBezTo>
                    <a:pt x="998220" y="458470"/>
                    <a:pt x="993140" y="473710"/>
                    <a:pt x="975360" y="488950"/>
                  </a:cubicBezTo>
                  <a:cubicBezTo>
                    <a:pt x="941070" y="519430"/>
                    <a:pt x="845820" y="549910"/>
                    <a:pt x="774700" y="575310"/>
                  </a:cubicBezTo>
                  <a:cubicBezTo>
                    <a:pt x="695960" y="604520"/>
                    <a:pt x="594360" y="624840"/>
                    <a:pt x="524510" y="648970"/>
                  </a:cubicBezTo>
                  <a:cubicBezTo>
                    <a:pt x="472440" y="668020"/>
                    <a:pt x="427990" y="703580"/>
                    <a:pt x="388620" y="704850"/>
                  </a:cubicBezTo>
                  <a:cubicBezTo>
                    <a:pt x="359410" y="706120"/>
                    <a:pt x="331470" y="694690"/>
                    <a:pt x="312420" y="679450"/>
                  </a:cubicBezTo>
                  <a:cubicBezTo>
                    <a:pt x="293370" y="662940"/>
                    <a:pt x="276860" y="631190"/>
                    <a:pt x="271780" y="608330"/>
                  </a:cubicBezTo>
                  <a:cubicBezTo>
                    <a:pt x="267970" y="589280"/>
                    <a:pt x="269240" y="571500"/>
                    <a:pt x="276860" y="553720"/>
                  </a:cubicBezTo>
                  <a:cubicBezTo>
                    <a:pt x="285750" y="532130"/>
                    <a:pt x="298450" y="509270"/>
                    <a:pt x="328930" y="491490"/>
                  </a:cubicBezTo>
                  <a:cubicBezTo>
                    <a:pt x="392430" y="453390"/>
                    <a:pt x="593090" y="441960"/>
                    <a:pt x="694690" y="416560"/>
                  </a:cubicBezTo>
                  <a:cubicBezTo>
                    <a:pt x="767080" y="397510"/>
                    <a:pt x="797560" y="381000"/>
                    <a:pt x="878840" y="359410"/>
                  </a:cubicBezTo>
                  <a:cubicBezTo>
                    <a:pt x="1036320" y="318770"/>
                    <a:pt x="1461770" y="207010"/>
                    <a:pt x="1576070" y="214630"/>
                  </a:cubicBezTo>
                  <a:cubicBezTo>
                    <a:pt x="1615440" y="217170"/>
                    <a:pt x="1634490" y="227330"/>
                    <a:pt x="1653540" y="241300"/>
                  </a:cubicBezTo>
                  <a:cubicBezTo>
                    <a:pt x="1668780" y="252730"/>
                    <a:pt x="1678940" y="269240"/>
                    <a:pt x="1685290" y="285750"/>
                  </a:cubicBezTo>
                  <a:cubicBezTo>
                    <a:pt x="1691640" y="300990"/>
                    <a:pt x="1696720" y="320040"/>
                    <a:pt x="1694180" y="339090"/>
                  </a:cubicBezTo>
                  <a:cubicBezTo>
                    <a:pt x="1690370" y="361950"/>
                    <a:pt x="1676400" y="394970"/>
                    <a:pt x="1658620" y="412750"/>
                  </a:cubicBezTo>
                  <a:cubicBezTo>
                    <a:pt x="1639570" y="429260"/>
                    <a:pt x="1621790" y="434340"/>
                    <a:pt x="1583690" y="443230"/>
                  </a:cubicBezTo>
                  <a:cubicBezTo>
                    <a:pt x="1477010" y="468630"/>
                    <a:pt x="1042670" y="565150"/>
                    <a:pt x="960120" y="491490"/>
                  </a:cubicBezTo>
                  <a:cubicBezTo>
                    <a:pt x="909320" y="448310"/>
                    <a:pt x="947420" y="261620"/>
                    <a:pt x="947420" y="261620"/>
                  </a:cubicBezTo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188268" y="4490085"/>
            <a:ext cx="2136458" cy="1142048"/>
            <a:chOff x="0" y="0"/>
            <a:chExt cx="2848610" cy="15227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8260" y="46990"/>
              <a:ext cx="2753360" cy="1426210"/>
            </a:xfrm>
            <a:custGeom>
              <a:avLst/>
              <a:gdLst/>
              <a:ahLst/>
              <a:cxnLst/>
              <a:rect r="r" b="b" t="t" l="l"/>
              <a:pathLst>
                <a:path h="1426210" w="2753360">
                  <a:moveTo>
                    <a:pt x="242570" y="558800"/>
                  </a:moveTo>
                  <a:cubicBezTo>
                    <a:pt x="751840" y="562610"/>
                    <a:pt x="758190" y="565150"/>
                    <a:pt x="763270" y="572770"/>
                  </a:cubicBezTo>
                  <a:cubicBezTo>
                    <a:pt x="768350" y="580390"/>
                    <a:pt x="770890" y="594360"/>
                    <a:pt x="767080" y="601980"/>
                  </a:cubicBezTo>
                  <a:cubicBezTo>
                    <a:pt x="764540" y="610870"/>
                    <a:pt x="756920" y="615950"/>
                    <a:pt x="745490" y="622300"/>
                  </a:cubicBezTo>
                  <a:cubicBezTo>
                    <a:pt x="717550" y="636270"/>
                    <a:pt x="655320" y="643890"/>
                    <a:pt x="591820" y="655320"/>
                  </a:cubicBezTo>
                  <a:cubicBezTo>
                    <a:pt x="485140" y="674370"/>
                    <a:pt x="267970" y="704850"/>
                    <a:pt x="165100" y="713740"/>
                  </a:cubicBezTo>
                  <a:cubicBezTo>
                    <a:pt x="106680" y="718820"/>
                    <a:pt x="54610" y="727710"/>
                    <a:pt x="27940" y="718820"/>
                  </a:cubicBezTo>
                  <a:cubicBezTo>
                    <a:pt x="15240" y="715010"/>
                    <a:pt x="7620" y="706120"/>
                    <a:pt x="3810" y="697230"/>
                  </a:cubicBezTo>
                  <a:cubicBezTo>
                    <a:pt x="1270" y="690880"/>
                    <a:pt x="0" y="680720"/>
                    <a:pt x="3810" y="673100"/>
                  </a:cubicBezTo>
                  <a:cubicBezTo>
                    <a:pt x="7620" y="664210"/>
                    <a:pt x="15240" y="659130"/>
                    <a:pt x="27940" y="651510"/>
                  </a:cubicBezTo>
                  <a:cubicBezTo>
                    <a:pt x="58420" y="633730"/>
                    <a:pt x="134620" y="613410"/>
                    <a:pt x="207010" y="593090"/>
                  </a:cubicBezTo>
                  <a:cubicBezTo>
                    <a:pt x="314960" y="563880"/>
                    <a:pt x="534670" y="529590"/>
                    <a:pt x="617220" y="502920"/>
                  </a:cubicBezTo>
                  <a:cubicBezTo>
                    <a:pt x="654050" y="490220"/>
                    <a:pt x="673100" y="467360"/>
                    <a:pt x="693420" y="468630"/>
                  </a:cubicBezTo>
                  <a:cubicBezTo>
                    <a:pt x="708660" y="469900"/>
                    <a:pt x="727710" y="481330"/>
                    <a:pt x="731520" y="491490"/>
                  </a:cubicBezTo>
                  <a:cubicBezTo>
                    <a:pt x="735330" y="501650"/>
                    <a:pt x="726440" y="527050"/>
                    <a:pt x="720090" y="528320"/>
                  </a:cubicBezTo>
                  <a:cubicBezTo>
                    <a:pt x="711200" y="529590"/>
                    <a:pt x="675640" y="481330"/>
                    <a:pt x="678180" y="472440"/>
                  </a:cubicBezTo>
                  <a:cubicBezTo>
                    <a:pt x="679450" y="468630"/>
                    <a:pt x="687070" y="467360"/>
                    <a:pt x="692150" y="466090"/>
                  </a:cubicBezTo>
                  <a:cubicBezTo>
                    <a:pt x="699770" y="466090"/>
                    <a:pt x="715010" y="469900"/>
                    <a:pt x="721360" y="476250"/>
                  </a:cubicBezTo>
                  <a:cubicBezTo>
                    <a:pt x="727710" y="482600"/>
                    <a:pt x="731520" y="495300"/>
                    <a:pt x="730250" y="505460"/>
                  </a:cubicBezTo>
                  <a:cubicBezTo>
                    <a:pt x="728980" y="515620"/>
                    <a:pt x="718820" y="528320"/>
                    <a:pt x="709930" y="534670"/>
                  </a:cubicBezTo>
                  <a:cubicBezTo>
                    <a:pt x="702310" y="541020"/>
                    <a:pt x="689610" y="546100"/>
                    <a:pt x="680720" y="543560"/>
                  </a:cubicBezTo>
                  <a:cubicBezTo>
                    <a:pt x="669290" y="539750"/>
                    <a:pt x="651510" y="516890"/>
                    <a:pt x="654050" y="506730"/>
                  </a:cubicBezTo>
                  <a:cubicBezTo>
                    <a:pt x="656590" y="495300"/>
                    <a:pt x="684530" y="485140"/>
                    <a:pt x="704850" y="478790"/>
                  </a:cubicBezTo>
                  <a:cubicBezTo>
                    <a:pt x="730250" y="469900"/>
                    <a:pt x="773430" y="458470"/>
                    <a:pt x="795020" y="463550"/>
                  </a:cubicBezTo>
                  <a:cubicBezTo>
                    <a:pt x="807720" y="466090"/>
                    <a:pt x="816610" y="473710"/>
                    <a:pt x="821690" y="481330"/>
                  </a:cubicBezTo>
                  <a:cubicBezTo>
                    <a:pt x="826770" y="488950"/>
                    <a:pt x="828040" y="499110"/>
                    <a:pt x="825500" y="506730"/>
                  </a:cubicBezTo>
                  <a:cubicBezTo>
                    <a:pt x="821690" y="515620"/>
                    <a:pt x="814070" y="525780"/>
                    <a:pt x="795020" y="533400"/>
                  </a:cubicBezTo>
                  <a:cubicBezTo>
                    <a:pt x="732790" y="557530"/>
                    <a:pt x="375920" y="542290"/>
                    <a:pt x="318770" y="530860"/>
                  </a:cubicBezTo>
                  <a:cubicBezTo>
                    <a:pt x="306070" y="529590"/>
                    <a:pt x="300990" y="528320"/>
                    <a:pt x="295910" y="523240"/>
                  </a:cubicBezTo>
                  <a:cubicBezTo>
                    <a:pt x="289560" y="516890"/>
                    <a:pt x="281940" y="501650"/>
                    <a:pt x="284480" y="492760"/>
                  </a:cubicBezTo>
                  <a:cubicBezTo>
                    <a:pt x="287020" y="481330"/>
                    <a:pt x="299720" y="469900"/>
                    <a:pt x="318770" y="462280"/>
                  </a:cubicBezTo>
                  <a:cubicBezTo>
                    <a:pt x="365760" y="444500"/>
                    <a:pt x="552450" y="438150"/>
                    <a:pt x="595630" y="461010"/>
                  </a:cubicBezTo>
                  <a:cubicBezTo>
                    <a:pt x="613410" y="469900"/>
                    <a:pt x="624840" y="488950"/>
                    <a:pt x="623570" y="501650"/>
                  </a:cubicBezTo>
                  <a:cubicBezTo>
                    <a:pt x="622300" y="514350"/>
                    <a:pt x="600710" y="529590"/>
                    <a:pt x="586740" y="534670"/>
                  </a:cubicBezTo>
                  <a:cubicBezTo>
                    <a:pt x="570230" y="538480"/>
                    <a:pt x="542290" y="534670"/>
                    <a:pt x="530860" y="524510"/>
                  </a:cubicBezTo>
                  <a:cubicBezTo>
                    <a:pt x="521970" y="516890"/>
                    <a:pt x="516890" y="495300"/>
                    <a:pt x="520700" y="483870"/>
                  </a:cubicBezTo>
                  <a:cubicBezTo>
                    <a:pt x="524510" y="473710"/>
                    <a:pt x="534670" y="464820"/>
                    <a:pt x="547370" y="461010"/>
                  </a:cubicBezTo>
                  <a:cubicBezTo>
                    <a:pt x="563880" y="454660"/>
                    <a:pt x="599440" y="453390"/>
                    <a:pt x="615950" y="459740"/>
                  </a:cubicBezTo>
                  <a:cubicBezTo>
                    <a:pt x="628650" y="464820"/>
                    <a:pt x="638810" y="473710"/>
                    <a:pt x="642620" y="483870"/>
                  </a:cubicBezTo>
                  <a:cubicBezTo>
                    <a:pt x="646430" y="495300"/>
                    <a:pt x="643890" y="514350"/>
                    <a:pt x="632460" y="525780"/>
                  </a:cubicBezTo>
                  <a:cubicBezTo>
                    <a:pt x="608330" y="548640"/>
                    <a:pt x="519430" y="549910"/>
                    <a:pt x="457200" y="556260"/>
                  </a:cubicBezTo>
                  <a:cubicBezTo>
                    <a:pt x="384810" y="562610"/>
                    <a:pt x="269240" y="579120"/>
                    <a:pt x="226060" y="563880"/>
                  </a:cubicBezTo>
                  <a:cubicBezTo>
                    <a:pt x="207010" y="557530"/>
                    <a:pt x="191770" y="544830"/>
                    <a:pt x="190500" y="533400"/>
                  </a:cubicBezTo>
                  <a:cubicBezTo>
                    <a:pt x="189230" y="521970"/>
                    <a:pt x="200660" y="504190"/>
                    <a:pt x="217170" y="494030"/>
                  </a:cubicBezTo>
                  <a:cubicBezTo>
                    <a:pt x="250190" y="472440"/>
                    <a:pt x="345440" y="480060"/>
                    <a:pt x="408940" y="462280"/>
                  </a:cubicBezTo>
                  <a:cubicBezTo>
                    <a:pt x="474980" y="444500"/>
                    <a:pt x="558800" y="392430"/>
                    <a:pt x="607060" y="382270"/>
                  </a:cubicBezTo>
                  <a:cubicBezTo>
                    <a:pt x="632460" y="377190"/>
                    <a:pt x="652780" y="374650"/>
                    <a:pt x="666750" y="381000"/>
                  </a:cubicBezTo>
                  <a:cubicBezTo>
                    <a:pt x="679450" y="387350"/>
                    <a:pt x="688340" y="400050"/>
                    <a:pt x="692150" y="410210"/>
                  </a:cubicBezTo>
                  <a:cubicBezTo>
                    <a:pt x="694690" y="419100"/>
                    <a:pt x="692150" y="431800"/>
                    <a:pt x="688340" y="439420"/>
                  </a:cubicBezTo>
                  <a:cubicBezTo>
                    <a:pt x="683260" y="447040"/>
                    <a:pt x="678180" y="450850"/>
                    <a:pt x="665480" y="458470"/>
                  </a:cubicBezTo>
                  <a:cubicBezTo>
                    <a:pt x="631190" y="476250"/>
                    <a:pt x="490220" y="514350"/>
                    <a:pt x="448310" y="519430"/>
                  </a:cubicBezTo>
                  <a:cubicBezTo>
                    <a:pt x="431800" y="521970"/>
                    <a:pt x="422910" y="521970"/>
                    <a:pt x="412750" y="518160"/>
                  </a:cubicBezTo>
                  <a:cubicBezTo>
                    <a:pt x="403860" y="514350"/>
                    <a:pt x="394970" y="508000"/>
                    <a:pt x="391160" y="499110"/>
                  </a:cubicBezTo>
                  <a:cubicBezTo>
                    <a:pt x="387350" y="490220"/>
                    <a:pt x="387350" y="472440"/>
                    <a:pt x="391160" y="462280"/>
                  </a:cubicBezTo>
                  <a:cubicBezTo>
                    <a:pt x="394970" y="453390"/>
                    <a:pt x="401320" y="447040"/>
                    <a:pt x="412750" y="443230"/>
                  </a:cubicBezTo>
                  <a:cubicBezTo>
                    <a:pt x="433070" y="435610"/>
                    <a:pt x="482600" y="447040"/>
                    <a:pt x="514350" y="440690"/>
                  </a:cubicBezTo>
                  <a:cubicBezTo>
                    <a:pt x="542290" y="435610"/>
                    <a:pt x="570230" y="408940"/>
                    <a:pt x="590550" y="410210"/>
                  </a:cubicBezTo>
                  <a:cubicBezTo>
                    <a:pt x="603250" y="411480"/>
                    <a:pt x="615950" y="421640"/>
                    <a:pt x="622300" y="431800"/>
                  </a:cubicBezTo>
                  <a:cubicBezTo>
                    <a:pt x="627380" y="441960"/>
                    <a:pt x="628650" y="458470"/>
                    <a:pt x="622300" y="469900"/>
                  </a:cubicBezTo>
                  <a:cubicBezTo>
                    <a:pt x="613410" y="485140"/>
                    <a:pt x="582930" y="494030"/>
                    <a:pt x="552450" y="504190"/>
                  </a:cubicBezTo>
                  <a:cubicBezTo>
                    <a:pt x="504190" y="520700"/>
                    <a:pt x="407670" y="538480"/>
                    <a:pt x="353060" y="544830"/>
                  </a:cubicBezTo>
                  <a:cubicBezTo>
                    <a:pt x="316230" y="549910"/>
                    <a:pt x="285750" y="554990"/>
                    <a:pt x="257810" y="549910"/>
                  </a:cubicBezTo>
                  <a:cubicBezTo>
                    <a:pt x="236220" y="546100"/>
                    <a:pt x="212090" y="539750"/>
                    <a:pt x="200660" y="525780"/>
                  </a:cubicBezTo>
                  <a:cubicBezTo>
                    <a:pt x="191770" y="514350"/>
                    <a:pt x="190500" y="491490"/>
                    <a:pt x="193040" y="477520"/>
                  </a:cubicBezTo>
                  <a:cubicBezTo>
                    <a:pt x="195580" y="464820"/>
                    <a:pt x="199390" y="453390"/>
                    <a:pt x="213360" y="443230"/>
                  </a:cubicBezTo>
                  <a:cubicBezTo>
                    <a:pt x="254000" y="417830"/>
                    <a:pt x="453390" y="405130"/>
                    <a:pt x="508000" y="411480"/>
                  </a:cubicBezTo>
                  <a:cubicBezTo>
                    <a:pt x="529590" y="415290"/>
                    <a:pt x="542290" y="417830"/>
                    <a:pt x="552450" y="427990"/>
                  </a:cubicBezTo>
                  <a:cubicBezTo>
                    <a:pt x="562610" y="439420"/>
                    <a:pt x="568960" y="462280"/>
                    <a:pt x="567690" y="476250"/>
                  </a:cubicBezTo>
                  <a:cubicBezTo>
                    <a:pt x="566420" y="490220"/>
                    <a:pt x="558800" y="502920"/>
                    <a:pt x="548640" y="513080"/>
                  </a:cubicBezTo>
                  <a:cubicBezTo>
                    <a:pt x="534670" y="524510"/>
                    <a:pt x="502920" y="538480"/>
                    <a:pt x="486410" y="535940"/>
                  </a:cubicBezTo>
                  <a:cubicBezTo>
                    <a:pt x="472440" y="533400"/>
                    <a:pt x="453390" y="519430"/>
                    <a:pt x="449580" y="506730"/>
                  </a:cubicBezTo>
                  <a:cubicBezTo>
                    <a:pt x="445770" y="495300"/>
                    <a:pt x="452120" y="474980"/>
                    <a:pt x="463550" y="463550"/>
                  </a:cubicBezTo>
                  <a:cubicBezTo>
                    <a:pt x="477520" y="447040"/>
                    <a:pt x="515620" y="436880"/>
                    <a:pt x="539750" y="431800"/>
                  </a:cubicBezTo>
                  <a:cubicBezTo>
                    <a:pt x="560070" y="427990"/>
                    <a:pt x="584200" y="421640"/>
                    <a:pt x="599440" y="431800"/>
                  </a:cubicBezTo>
                  <a:cubicBezTo>
                    <a:pt x="615950" y="443230"/>
                    <a:pt x="632460" y="486410"/>
                    <a:pt x="629920" y="505460"/>
                  </a:cubicBezTo>
                  <a:cubicBezTo>
                    <a:pt x="627380" y="520700"/>
                    <a:pt x="598170" y="541020"/>
                    <a:pt x="599440" y="542290"/>
                  </a:cubicBezTo>
                  <a:cubicBezTo>
                    <a:pt x="601980" y="544830"/>
                    <a:pt x="624840" y="521970"/>
                    <a:pt x="637540" y="518160"/>
                  </a:cubicBezTo>
                  <a:cubicBezTo>
                    <a:pt x="647700" y="514350"/>
                    <a:pt x="659130" y="515620"/>
                    <a:pt x="669290" y="518160"/>
                  </a:cubicBezTo>
                  <a:cubicBezTo>
                    <a:pt x="679450" y="519430"/>
                    <a:pt x="689610" y="521970"/>
                    <a:pt x="697230" y="528320"/>
                  </a:cubicBezTo>
                  <a:cubicBezTo>
                    <a:pt x="703580" y="534670"/>
                    <a:pt x="709930" y="544830"/>
                    <a:pt x="709930" y="554990"/>
                  </a:cubicBezTo>
                  <a:cubicBezTo>
                    <a:pt x="709930" y="567690"/>
                    <a:pt x="702310" y="584200"/>
                    <a:pt x="687070" y="596900"/>
                  </a:cubicBezTo>
                  <a:cubicBezTo>
                    <a:pt x="661670" y="619760"/>
                    <a:pt x="599440" y="632460"/>
                    <a:pt x="541020" y="647700"/>
                  </a:cubicBezTo>
                  <a:cubicBezTo>
                    <a:pt x="455930" y="669290"/>
                    <a:pt x="274320" y="717550"/>
                    <a:pt x="224790" y="704850"/>
                  </a:cubicBezTo>
                  <a:cubicBezTo>
                    <a:pt x="207010" y="699770"/>
                    <a:pt x="194310" y="688340"/>
                    <a:pt x="193040" y="676910"/>
                  </a:cubicBezTo>
                  <a:cubicBezTo>
                    <a:pt x="190500" y="665480"/>
                    <a:pt x="198120" y="647700"/>
                    <a:pt x="214630" y="633730"/>
                  </a:cubicBezTo>
                  <a:cubicBezTo>
                    <a:pt x="257810" y="598170"/>
                    <a:pt x="439420" y="579120"/>
                    <a:pt x="532130" y="544830"/>
                  </a:cubicBezTo>
                  <a:cubicBezTo>
                    <a:pt x="608330" y="515620"/>
                    <a:pt x="685800" y="461010"/>
                    <a:pt x="734060" y="449580"/>
                  </a:cubicBezTo>
                  <a:cubicBezTo>
                    <a:pt x="760730" y="443230"/>
                    <a:pt x="782320" y="439420"/>
                    <a:pt x="796290" y="445770"/>
                  </a:cubicBezTo>
                  <a:cubicBezTo>
                    <a:pt x="806450" y="450850"/>
                    <a:pt x="814070" y="462280"/>
                    <a:pt x="816610" y="471170"/>
                  </a:cubicBezTo>
                  <a:cubicBezTo>
                    <a:pt x="817880" y="478790"/>
                    <a:pt x="817880" y="485140"/>
                    <a:pt x="811530" y="495300"/>
                  </a:cubicBezTo>
                  <a:cubicBezTo>
                    <a:pt x="796290" y="519430"/>
                    <a:pt x="707390" y="585470"/>
                    <a:pt x="679450" y="596900"/>
                  </a:cubicBezTo>
                  <a:cubicBezTo>
                    <a:pt x="668020" y="601980"/>
                    <a:pt x="661670" y="603250"/>
                    <a:pt x="654050" y="600710"/>
                  </a:cubicBezTo>
                  <a:cubicBezTo>
                    <a:pt x="643890" y="596900"/>
                    <a:pt x="627380" y="580390"/>
                    <a:pt x="626110" y="570230"/>
                  </a:cubicBezTo>
                  <a:cubicBezTo>
                    <a:pt x="624840" y="558800"/>
                    <a:pt x="632460" y="544830"/>
                    <a:pt x="645160" y="533400"/>
                  </a:cubicBezTo>
                  <a:cubicBezTo>
                    <a:pt x="675640" y="508000"/>
                    <a:pt x="806450" y="467360"/>
                    <a:pt x="844550" y="467360"/>
                  </a:cubicBezTo>
                  <a:cubicBezTo>
                    <a:pt x="859790" y="467360"/>
                    <a:pt x="868680" y="469900"/>
                    <a:pt x="876300" y="476250"/>
                  </a:cubicBezTo>
                  <a:cubicBezTo>
                    <a:pt x="882650" y="481330"/>
                    <a:pt x="886460" y="491490"/>
                    <a:pt x="886460" y="499110"/>
                  </a:cubicBezTo>
                  <a:cubicBezTo>
                    <a:pt x="886460" y="509270"/>
                    <a:pt x="882650" y="519430"/>
                    <a:pt x="873760" y="529590"/>
                  </a:cubicBezTo>
                  <a:cubicBezTo>
                    <a:pt x="858520" y="547370"/>
                    <a:pt x="826770" y="562610"/>
                    <a:pt x="789940" y="580390"/>
                  </a:cubicBezTo>
                  <a:cubicBezTo>
                    <a:pt x="721360" y="613410"/>
                    <a:pt x="541020" y="690880"/>
                    <a:pt x="487680" y="685800"/>
                  </a:cubicBezTo>
                  <a:cubicBezTo>
                    <a:pt x="467360" y="684530"/>
                    <a:pt x="450850" y="674370"/>
                    <a:pt x="447040" y="662940"/>
                  </a:cubicBezTo>
                  <a:cubicBezTo>
                    <a:pt x="443230" y="651510"/>
                    <a:pt x="449580" y="635000"/>
                    <a:pt x="464820" y="619760"/>
                  </a:cubicBezTo>
                  <a:cubicBezTo>
                    <a:pt x="509270" y="579120"/>
                    <a:pt x="768350" y="490220"/>
                    <a:pt x="824230" y="495300"/>
                  </a:cubicBezTo>
                  <a:cubicBezTo>
                    <a:pt x="843280" y="497840"/>
                    <a:pt x="854710" y="506730"/>
                    <a:pt x="859790" y="516890"/>
                  </a:cubicBezTo>
                  <a:cubicBezTo>
                    <a:pt x="864870" y="525780"/>
                    <a:pt x="864870" y="539750"/>
                    <a:pt x="858520" y="551180"/>
                  </a:cubicBezTo>
                  <a:cubicBezTo>
                    <a:pt x="847090" y="570230"/>
                    <a:pt x="816610" y="582930"/>
                    <a:pt x="777240" y="607060"/>
                  </a:cubicBezTo>
                  <a:cubicBezTo>
                    <a:pt x="683260" y="664210"/>
                    <a:pt x="358140" y="862330"/>
                    <a:pt x="284480" y="866140"/>
                  </a:cubicBezTo>
                  <a:cubicBezTo>
                    <a:pt x="264160" y="867410"/>
                    <a:pt x="248920" y="861060"/>
                    <a:pt x="243840" y="850900"/>
                  </a:cubicBezTo>
                  <a:cubicBezTo>
                    <a:pt x="238760" y="840740"/>
                    <a:pt x="241300" y="824230"/>
                    <a:pt x="255270" y="808990"/>
                  </a:cubicBezTo>
                  <a:cubicBezTo>
                    <a:pt x="295910" y="759460"/>
                    <a:pt x="581660" y="646430"/>
                    <a:pt x="671830" y="621030"/>
                  </a:cubicBezTo>
                  <a:cubicBezTo>
                    <a:pt x="712470" y="609600"/>
                    <a:pt x="748030" y="600710"/>
                    <a:pt x="764540" y="609600"/>
                  </a:cubicBezTo>
                  <a:cubicBezTo>
                    <a:pt x="774700" y="614680"/>
                    <a:pt x="781050" y="628650"/>
                    <a:pt x="781050" y="637540"/>
                  </a:cubicBezTo>
                  <a:cubicBezTo>
                    <a:pt x="781050" y="647700"/>
                    <a:pt x="777240" y="660400"/>
                    <a:pt x="767080" y="666750"/>
                  </a:cubicBezTo>
                  <a:cubicBezTo>
                    <a:pt x="749300" y="679450"/>
                    <a:pt x="679450" y="680720"/>
                    <a:pt x="659130" y="670560"/>
                  </a:cubicBezTo>
                  <a:cubicBezTo>
                    <a:pt x="647700" y="664210"/>
                    <a:pt x="641350" y="651510"/>
                    <a:pt x="640080" y="642620"/>
                  </a:cubicBezTo>
                  <a:cubicBezTo>
                    <a:pt x="638810" y="633730"/>
                    <a:pt x="638810" y="628650"/>
                    <a:pt x="646430" y="617220"/>
                  </a:cubicBezTo>
                  <a:cubicBezTo>
                    <a:pt x="675640" y="574040"/>
                    <a:pt x="925830" y="391160"/>
                    <a:pt x="980440" y="370840"/>
                  </a:cubicBezTo>
                  <a:cubicBezTo>
                    <a:pt x="995680" y="364490"/>
                    <a:pt x="1004570" y="364490"/>
                    <a:pt x="1013460" y="368300"/>
                  </a:cubicBezTo>
                  <a:cubicBezTo>
                    <a:pt x="1022350" y="372110"/>
                    <a:pt x="1032510" y="384810"/>
                    <a:pt x="1033780" y="393700"/>
                  </a:cubicBezTo>
                  <a:cubicBezTo>
                    <a:pt x="1036320" y="403860"/>
                    <a:pt x="1033780" y="412750"/>
                    <a:pt x="1024890" y="425450"/>
                  </a:cubicBezTo>
                  <a:cubicBezTo>
                    <a:pt x="995680" y="466090"/>
                    <a:pt x="806450" y="596900"/>
                    <a:pt x="764540" y="618490"/>
                  </a:cubicBezTo>
                  <a:cubicBezTo>
                    <a:pt x="751840" y="623570"/>
                    <a:pt x="746760" y="626110"/>
                    <a:pt x="737870" y="624840"/>
                  </a:cubicBezTo>
                  <a:cubicBezTo>
                    <a:pt x="730250" y="624840"/>
                    <a:pt x="720090" y="619760"/>
                    <a:pt x="713740" y="613410"/>
                  </a:cubicBezTo>
                  <a:cubicBezTo>
                    <a:pt x="708660" y="607060"/>
                    <a:pt x="703580" y="596900"/>
                    <a:pt x="703580" y="588010"/>
                  </a:cubicBezTo>
                  <a:cubicBezTo>
                    <a:pt x="703580" y="580390"/>
                    <a:pt x="706120" y="572770"/>
                    <a:pt x="712470" y="562610"/>
                  </a:cubicBezTo>
                  <a:cubicBezTo>
                    <a:pt x="730250" y="539750"/>
                    <a:pt x="805180" y="476250"/>
                    <a:pt x="834390" y="469900"/>
                  </a:cubicBezTo>
                  <a:cubicBezTo>
                    <a:pt x="848360" y="467360"/>
                    <a:pt x="861060" y="472440"/>
                    <a:pt x="869950" y="480060"/>
                  </a:cubicBezTo>
                  <a:cubicBezTo>
                    <a:pt x="877570" y="486410"/>
                    <a:pt x="883920" y="501650"/>
                    <a:pt x="881380" y="514350"/>
                  </a:cubicBezTo>
                  <a:cubicBezTo>
                    <a:pt x="878840" y="530860"/>
                    <a:pt x="857250" y="549910"/>
                    <a:pt x="835660" y="571500"/>
                  </a:cubicBezTo>
                  <a:cubicBezTo>
                    <a:pt x="801370" y="603250"/>
                    <a:pt x="731520" y="660400"/>
                    <a:pt x="689610" y="681990"/>
                  </a:cubicBezTo>
                  <a:cubicBezTo>
                    <a:pt x="662940" y="694690"/>
                    <a:pt x="636270" y="707390"/>
                    <a:pt x="619760" y="703580"/>
                  </a:cubicBezTo>
                  <a:cubicBezTo>
                    <a:pt x="608330" y="701040"/>
                    <a:pt x="598170" y="688340"/>
                    <a:pt x="594360" y="679450"/>
                  </a:cubicBezTo>
                  <a:cubicBezTo>
                    <a:pt x="590550" y="669290"/>
                    <a:pt x="591820" y="656590"/>
                    <a:pt x="599440" y="643890"/>
                  </a:cubicBezTo>
                  <a:cubicBezTo>
                    <a:pt x="619760" y="614680"/>
                    <a:pt x="706120" y="572770"/>
                    <a:pt x="765810" y="539750"/>
                  </a:cubicBezTo>
                  <a:cubicBezTo>
                    <a:pt x="828040" y="502920"/>
                    <a:pt x="924560" y="439420"/>
                    <a:pt x="967740" y="436880"/>
                  </a:cubicBezTo>
                  <a:cubicBezTo>
                    <a:pt x="986790" y="436880"/>
                    <a:pt x="1004570" y="445770"/>
                    <a:pt x="1010920" y="454660"/>
                  </a:cubicBezTo>
                  <a:cubicBezTo>
                    <a:pt x="1017270" y="463550"/>
                    <a:pt x="1016000" y="476250"/>
                    <a:pt x="1010920" y="488950"/>
                  </a:cubicBezTo>
                  <a:cubicBezTo>
                    <a:pt x="1002030" y="508000"/>
                    <a:pt x="976630" y="524510"/>
                    <a:pt x="948690" y="551180"/>
                  </a:cubicBezTo>
                  <a:cubicBezTo>
                    <a:pt x="891540" y="603250"/>
                    <a:pt x="739140" y="750570"/>
                    <a:pt x="683260" y="769620"/>
                  </a:cubicBezTo>
                  <a:cubicBezTo>
                    <a:pt x="662940" y="775970"/>
                    <a:pt x="645160" y="775970"/>
                    <a:pt x="636270" y="767080"/>
                  </a:cubicBezTo>
                  <a:cubicBezTo>
                    <a:pt x="627380" y="759460"/>
                    <a:pt x="626110" y="722630"/>
                    <a:pt x="632460" y="720090"/>
                  </a:cubicBezTo>
                  <a:cubicBezTo>
                    <a:pt x="640080" y="715010"/>
                    <a:pt x="692150" y="755650"/>
                    <a:pt x="692150" y="765810"/>
                  </a:cubicBezTo>
                  <a:cubicBezTo>
                    <a:pt x="692150" y="772160"/>
                    <a:pt x="679450" y="779780"/>
                    <a:pt x="670560" y="779780"/>
                  </a:cubicBezTo>
                  <a:cubicBezTo>
                    <a:pt x="660400" y="781050"/>
                    <a:pt x="638810" y="773430"/>
                    <a:pt x="632460" y="764540"/>
                  </a:cubicBezTo>
                  <a:cubicBezTo>
                    <a:pt x="627380" y="754380"/>
                    <a:pt x="626110" y="740410"/>
                    <a:pt x="635000" y="723900"/>
                  </a:cubicBezTo>
                  <a:cubicBezTo>
                    <a:pt x="660400" y="674370"/>
                    <a:pt x="869950" y="556260"/>
                    <a:pt x="930910" y="500380"/>
                  </a:cubicBezTo>
                  <a:cubicBezTo>
                    <a:pt x="962660" y="471170"/>
                    <a:pt x="972820" y="435610"/>
                    <a:pt x="994410" y="426720"/>
                  </a:cubicBezTo>
                  <a:cubicBezTo>
                    <a:pt x="1009650" y="421640"/>
                    <a:pt x="1032510" y="422910"/>
                    <a:pt x="1041400" y="431800"/>
                  </a:cubicBezTo>
                  <a:cubicBezTo>
                    <a:pt x="1050290" y="438150"/>
                    <a:pt x="1054100" y="454660"/>
                    <a:pt x="1047750" y="471170"/>
                  </a:cubicBezTo>
                  <a:cubicBezTo>
                    <a:pt x="1024890" y="528320"/>
                    <a:pt x="723900" y="750570"/>
                    <a:pt x="655320" y="765810"/>
                  </a:cubicBezTo>
                  <a:cubicBezTo>
                    <a:pt x="633730" y="770890"/>
                    <a:pt x="615950" y="765810"/>
                    <a:pt x="609600" y="755650"/>
                  </a:cubicBezTo>
                  <a:cubicBezTo>
                    <a:pt x="601980" y="746760"/>
                    <a:pt x="603250" y="726440"/>
                    <a:pt x="613410" y="709930"/>
                  </a:cubicBezTo>
                  <a:cubicBezTo>
                    <a:pt x="635000" y="670560"/>
                    <a:pt x="740410" y="599440"/>
                    <a:pt x="797560" y="568960"/>
                  </a:cubicBezTo>
                  <a:cubicBezTo>
                    <a:pt x="838200" y="547370"/>
                    <a:pt x="891540" y="521970"/>
                    <a:pt x="914400" y="529590"/>
                  </a:cubicBezTo>
                  <a:cubicBezTo>
                    <a:pt x="927100" y="533400"/>
                    <a:pt x="937260" y="552450"/>
                    <a:pt x="937260" y="562610"/>
                  </a:cubicBezTo>
                  <a:cubicBezTo>
                    <a:pt x="937260" y="574040"/>
                    <a:pt x="928370" y="584200"/>
                    <a:pt x="913130" y="596900"/>
                  </a:cubicBezTo>
                  <a:cubicBezTo>
                    <a:pt x="871220" y="629920"/>
                    <a:pt x="685800" y="702310"/>
                    <a:pt x="626110" y="721360"/>
                  </a:cubicBezTo>
                  <a:cubicBezTo>
                    <a:pt x="600710" y="730250"/>
                    <a:pt x="585470" y="736600"/>
                    <a:pt x="570230" y="734060"/>
                  </a:cubicBezTo>
                  <a:cubicBezTo>
                    <a:pt x="558800" y="732790"/>
                    <a:pt x="546100" y="727710"/>
                    <a:pt x="541020" y="718820"/>
                  </a:cubicBezTo>
                  <a:cubicBezTo>
                    <a:pt x="534670" y="708660"/>
                    <a:pt x="537210" y="687070"/>
                    <a:pt x="546100" y="673100"/>
                  </a:cubicBezTo>
                  <a:cubicBezTo>
                    <a:pt x="562610" y="647700"/>
                    <a:pt x="619760" y="631190"/>
                    <a:pt x="660400" y="601980"/>
                  </a:cubicBezTo>
                  <a:cubicBezTo>
                    <a:pt x="711200" y="565150"/>
                    <a:pt x="775970" y="515620"/>
                    <a:pt x="821690" y="464820"/>
                  </a:cubicBezTo>
                  <a:cubicBezTo>
                    <a:pt x="866140" y="414020"/>
                    <a:pt x="902970" y="313690"/>
                    <a:pt x="934720" y="295910"/>
                  </a:cubicBezTo>
                  <a:cubicBezTo>
                    <a:pt x="948690" y="288290"/>
                    <a:pt x="965200" y="289560"/>
                    <a:pt x="974090" y="294640"/>
                  </a:cubicBezTo>
                  <a:cubicBezTo>
                    <a:pt x="984250" y="300990"/>
                    <a:pt x="991870" y="318770"/>
                    <a:pt x="989330" y="331470"/>
                  </a:cubicBezTo>
                  <a:cubicBezTo>
                    <a:pt x="985520" y="349250"/>
                    <a:pt x="953770" y="364490"/>
                    <a:pt x="935990" y="384810"/>
                  </a:cubicBezTo>
                  <a:cubicBezTo>
                    <a:pt x="916940" y="411480"/>
                    <a:pt x="904240" y="449580"/>
                    <a:pt x="880110" y="478790"/>
                  </a:cubicBezTo>
                  <a:cubicBezTo>
                    <a:pt x="853440" y="510540"/>
                    <a:pt x="807720" y="557530"/>
                    <a:pt x="781050" y="566420"/>
                  </a:cubicBezTo>
                  <a:cubicBezTo>
                    <a:pt x="767080" y="570230"/>
                    <a:pt x="755650" y="568960"/>
                    <a:pt x="746760" y="563880"/>
                  </a:cubicBezTo>
                  <a:cubicBezTo>
                    <a:pt x="739140" y="560070"/>
                    <a:pt x="731520" y="552450"/>
                    <a:pt x="730250" y="543560"/>
                  </a:cubicBezTo>
                  <a:cubicBezTo>
                    <a:pt x="727710" y="532130"/>
                    <a:pt x="732790" y="511810"/>
                    <a:pt x="742950" y="502920"/>
                  </a:cubicBezTo>
                  <a:cubicBezTo>
                    <a:pt x="753110" y="494030"/>
                    <a:pt x="774700" y="501650"/>
                    <a:pt x="792480" y="494030"/>
                  </a:cubicBezTo>
                  <a:cubicBezTo>
                    <a:pt x="822960" y="480060"/>
                    <a:pt x="864870" y="427990"/>
                    <a:pt x="899160" y="410210"/>
                  </a:cubicBezTo>
                  <a:cubicBezTo>
                    <a:pt x="925830" y="394970"/>
                    <a:pt x="962660" y="373380"/>
                    <a:pt x="976630" y="382270"/>
                  </a:cubicBezTo>
                  <a:cubicBezTo>
                    <a:pt x="990600" y="389890"/>
                    <a:pt x="994410" y="426720"/>
                    <a:pt x="988060" y="449580"/>
                  </a:cubicBezTo>
                  <a:cubicBezTo>
                    <a:pt x="979170" y="477520"/>
                    <a:pt x="946150" y="505460"/>
                    <a:pt x="916940" y="533400"/>
                  </a:cubicBezTo>
                  <a:cubicBezTo>
                    <a:pt x="880110" y="567690"/>
                    <a:pt x="817880" y="618490"/>
                    <a:pt x="782320" y="637540"/>
                  </a:cubicBezTo>
                  <a:cubicBezTo>
                    <a:pt x="762000" y="647700"/>
                    <a:pt x="745490" y="656590"/>
                    <a:pt x="731520" y="654050"/>
                  </a:cubicBezTo>
                  <a:cubicBezTo>
                    <a:pt x="721360" y="651510"/>
                    <a:pt x="708660" y="641350"/>
                    <a:pt x="704850" y="631190"/>
                  </a:cubicBezTo>
                  <a:cubicBezTo>
                    <a:pt x="701040" y="619760"/>
                    <a:pt x="702310" y="603250"/>
                    <a:pt x="713740" y="589280"/>
                  </a:cubicBezTo>
                  <a:cubicBezTo>
                    <a:pt x="741680" y="554990"/>
                    <a:pt x="873760" y="515620"/>
                    <a:pt x="937260" y="480060"/>
                  </a:cubicBezTo>
                  <a:cubicBezTo>
                    <a:pt x="989330" y="450850"/>
                    <a:pt x="1038860" y="419100"/>
                    <a:pt x="1071880" y="392430"/>
                  </a:cubicBezTo>
                  <a:cubicBezTo>
                    <a:pt x="1092200" y="374650"/>
                    <a:pt x="1103630" y="350520"/>
                    <a:pt x="1118870" y="344170"/>
                  </a:cubicBezTo>
                  <a:cubicBezTo>
                    <a:pt x="1130300" y="339090"/>
                    <a:pt x="1143000" y="340360"/>
                    <a:pt x="1151890" y="345440"/>
                  </a:cubicBezTo>
                  <a:cubicBezTo>
                    <a:pt x="1160780" y="351790"/>
                    <a:pt x="1169670" y="368300"/>
                    <a:pt x="1168400" y="381000"/>
                  </a:cubicBezTo>
                  <a:cubicBezTo>
                    <a:pt x="1165860" y="401320"/>
                    <a:pt x="1146810" y="422910"/>
                    <a:pt x="1121410" y="448310"/>
                  </a:cubicBezTo>
                  <a:cubicBezTo>
                    <a:pt x="1070610" y="501650"/>
                    <a:pt x="925830" y="591820"/>
                    <a:pt x="853440" y="651510"/>
                  </a:cubicBezTo>
                  <a:cubicBezTo>
                    <a:pt x="801370" y="694690"/>
                    <a:pt x="764540" y="735330"/>
                    <a:pt x="723900" y="768350"/>
                  </a:cubicBezTo>
                  <a:cubicBezTo>
                    <a:pt x="690880" y="795020"/>
                    <a:pt x="651510" y="835660"/>
                    <a:pt x="627380" y="835660"/>
                  </a:cubicBezTo>
                  <a:cubicBezTo>
                    <a:pt x="613410" y="836930"/>
                    <a:pt x="598170" y="825500"/>
                    <a:pt x="593090" y="815340"/>
                  </a:cubicBezTo>
                  <a:cubicBezTo>
                    <a:pt x="589280" y="806450"/>
                    <a:pt x="590550" y="792480"/>
                    <a:pt x="600710" y="777240"/>
                  </a:cubicBezTo>
                  <a:cubicBezTo>
                    <a:pt x="628650" y="731520"/>
                    <a:pt x="798830" y="618490"/>
                    <a:pt x="867410" y="572770"/>
                  </a:cubicBezTo>
                  <a:cubicBezTo>
                    <a:pt x="908050" y="544830"/>
                    <a:pt x="943610" y="515620"/>
                    <a:pt x="969010" y="514350"/>
                  </a:cubicBezTo>
                  <a:cubicBezTo>
                    <a:pt x="984250" y="513080"/>
                    <a:pt x="1000760" y="519430"/>
                    <a:pt x="1005840" y="528320"/>
                  </a:cubicBezTo>
                  <a:cubicBezTo>
                    <a:pt x="1012190" y="538480"/>
                    <a:pt x="1009650" y="558800"/>
                    <a:pt x="1000760" y="574040"/>
                  </a:cubicBezTo>
                  <a:cubicBezTo>
                    <a:pt x="985520" y="599440"/>
                    <a:pt x="938530" y="614680"/>
                    <a:pt x="902970" y="646430"/>
                  </a:cubicBezTo>
                  <a:cubicBezTo>
                    <a:pt x="852170" y="689610"/>
                    <a:pt x="772160" y="787400"/>
                    <a:pt x="730250" y="819150"/>
                  </a:cubicBezTo>
                  <a:cubicBezTo>
                    <a:pt x="711200" y="834390"/>
                    <a:pt x="692150" y="835660"/>
                    <a:pt x="681990" y="845820"/>
                  </a:cubicBezTo>
                  <a:cubicBezTo>
                    <a:pt x="674370" y="854710"/>
                    <a:pt x="675640" y="869950"/>
                    <a:pt x="668020" y="873760"/>
                  </a:cubicBezTo>
                  <a:cubicBezTo>
                    <a:pt x="659130" y="878840"/>
                    <a:pt x="642620" y="876300"/>
                    <a:pt x="635000" y="869950"/>
                  </a:cubicBezTo>
                  <a:cubicBezTo>
                    <a:pt x="627380" y="864870"/>
                    <a:pt x="621030" y="853440"/>
                    <a:pt x="621030" y="842010"/>
                  </a:cubicBezTo>
                  <a:cubicBezTo>
                    <a:pt x="621030" y="821690"/>
                    <a:pt x="642620" y="789940"/>
                    <a:pt x="666750" y="759460"/>
                  </a:cubicBezTo>
                  <a:cubicBezTo>
                    <a:pt x="709930" y="706120"/>
                    <a:pt x="811530" y="622300"/>
                    <a:pt x="876300" y="567690"/>
                  </a:cubicBezTo>
                  <a:cubicBezTo>
                    <a:pt x="928370" y="524510"/>
                    <a:pt x="989330" y="458470"/>
                    <a:pt x="1022350" y="455930"/>
                  </a:cubicBezTo>
                  <a:cubicBezTo>
                    <a:pt x="1037590" y="454660"/>
                    <a:pt x="1051560" y="464820"/>
                    <a:pt x="1056640" y="473710"/>
                  </a:cubicBezTo>
                  <a:cubicBezTo>
                    <a:pt x="1061720" y="483870"/>
                    <a:pt x="1060450" y="497840"/>
                    <a:pt x="1052830" y="513080"/>
                  </a:cubicBezTo>
                  <a:cubicBezTo>
                    <a:pt x="1029970" y="554990"/>
                    <a:pt x="878840" y="648970"/>
                    <a:pt x="835660" y="694690"/>
                  </a:cubicBezTo>
                  <a:cubicBezTo>
                    <a:pt x="812800" y="717550"/>
                    <a:pt x="807720" y="745490"/>
                    <a:pt x="791210" y="754380"/>
                  </a:cubicBezTo>
                  <a:cubicBezTo>
                    <a:pt x="778510" y="760730"/>
                    <a:pt x="759460" y="762000"/>
                    <a:pt x="749300" y="756920"/>
                  </a:cubicBezTo>
                  <a:cubicBezTo>
                    <a:pt x="740410" y="750570"/>
                    <a:pt x="730250" y="734060"/>
                    <a:pt x="732790" y="718820"/>
                  </a:cubicBezTo>
                  <a:cubicBezTo>
                    <a:pt x="737870" y="690880"/>
                    <a:pt x="782320" y="654050"/>
                    <a:pt x="831850" y="608330"/>
                  </a:cubicBezTo>
                  <a:cubicBezTo>
                    <a:pt x="932180" y="514350"/>
                    <a:pt x="1250950" y="261620"/>
                    <a:pt x="1336040" y="214630"/>
                  </a:cubicBezTo>
                  <a:cubicBezTo>
                    <a:pt x="1362710" y="200660"/>
                    <a:pt x="1377950" y="190500"/>
                    <a:pt x="1390650" y="195580"/>
                  </a:cubicBezTo>
                  <a:cubicBezTo>
                    <a:pt x="1402080" y="199390"/>
                    <a:pt x="1414780" y="217170"/>
                    <a:pt x="1412240" y="231140"/>
                  </a:cubicBezTo>
                  <a:cubicBezTo>
                    <a:pt x="1409700" y="256540"/>
                    <a:pt x="1356360" y="293370"/>
                    <a:pt x="1316990" y="327660"/>
                  </a:cubicBezTo>
                  <a:cubicBezTo>
                    <a:pt x="1264920" y="374650"/>
                    <a:pt x="1181100" y="438150"/>
                    <a:pt x="1120140" y="481330"/>
                  </a:cubicBezTo>
                  <a:cubicBezTo>
                    <a:pt x="1070610" y="515620"/>
                    <a:pt x="1013460" y="557530"/>
                    <a:pt x="980440" y="566420"/>
                  </a:cubicBezTo>
                  <a:cubicBezTo>
                    <a:pt x="963930" y="571500"/>
                    <a:pt x="951230" y="571500"/>
                    <a:pt x="942340" y="566420"/>
                  </a:cubicBezTo>
                  <a:cubicBezTo>
                    <a:pt x="933450" y="561340"/>
                    <a:pt x="927100" y="548640"/>
                    <a:pt x="927100" y="538480"/>
                  </a:cubicBezTo>
                  <a:cubicBezTo>
                    <a:pt x="927100" y="529590"/>
                    <a:pt x="932180" y="520700"/>
                    <a:pt x="942340" y="511810"/>
                  </a:cubicBezTo>
                  <a:cubicBezTo>
                    <a:pt x="963930" y="490220"/>
                    <a:pt x="1028700" y="462280"/>
                    <a:pt x="1078230" y="440690"/>
                  </a:cubicBezTo>
                  <a:cubicBezTo>
                    <a:pt x="1131570" y="417830"/>
                    <a:pt x="1206500" y="389890"/>
                    <a:pt x="1252220" y="379730"/>
                  </a:cubicBezTo>
                  <a:cubicBezTo>
                    <a:pt x="1281430" y="373380"/>
                    <a:pt x="1310640" y="367030"/>
                    <a:pt x="1325880" y="374650"/>
                  </a:cubicBezTo>
                  <a:cubicBezTo>
                    <a:pt x="1336040" y="379730"/>
                    <a:pt x="1341120" y="393700"/>
                    <a:pt x="1342390" y="402590"/>
                  </a:cubicBezTo>
                  <a:cubicBezTo>
                    <a:pt x="1343660" y="410210"/>
                    <a:pt x="1342390" y="416560"/>
                    <a:pt x="1334770" y="425450"/>
                  </a:cubicBezTo>
                  <a:cubicBezTo>
                    <a:pt x="1311910" y="453390"/>
                    <a:pt x="1195070" y="485140"/>
                    <a:pt x="1125220" y="537210"/>
                  </a:cubicBezTo>
                  <a:cubicBezTo>
                    <a:pt x="1033780" y="604520"/>
                    <a:pt x="896620" y="796290"/>
                    <a:pt x="847090" y="812800"/>
                  </a:cubicBezTo>
                  <a:cubicBezTo>
                    <a:pt x="833120" y="817880"/>
                    <a:pt x="822960" y="815340"/>
                    <a:pt x="815340" y="808990"/>
                  </a:cubicBezTo>
                  <a:cubicBezTo>
                    <a:pt x="807720" y="803910"/>
                    <a:pt x="798830" y="792480"/>
                    <a:pt x="800100" y="781050"/>
                  </a:cubicBezTo>
                  <a:cubicBezTo>
                    <a:pt x="801370" y="764540"/>
                    <a:pt x="817880" y="748030"/>
                    <a:pt x="848360" y="720090"/>
                  </a:cubicBezTo>
                  <a:cubicBezTo>
                    <a:pt x="969010" y="605790"/>
                    <a:pt x="1764030" y="43180"/>
                    <a:pt x="1883410" y="8890"/>
                  </a:cubicBezTo>
                  <a:cubicBezTo>
                    <a:pt x="1905000" y="2540"/>
                    <a:pt x="1918970" y="2540"/>
                    <a:pt x="1926590" y="10160"/>
                  </a:cubicBezTo>
                  <a:cubicBezTo>
                    <a:pt x="1934210" y="17780"/>
                    <a:pt x="1935480" y="38100"/>
                    <a:pt x="1929130" y="53340"/>
                  </a:cubicBezTo>
                  <a:cubicBezTo>
                    <a:pt x="1920240" y="76200"/>
                    <a:pt x="1887220" y="96520"/>
                    <a:pt x="1849120" y="124460"/>
                  </a:cubicBezTo>
                  <a:cubicBezTo>
                    <a:pt x="1774190" y="177800"/>
                    <a:pt x="1617980" y="247650"/>
                    <a:pt x="1494790" y="323850"/>
                  </a:cubicBezTo>
                  <a:cubicBezTo>
                    <a:pt x="1351280" y="410210"/>
                    <a:pt x="1168400" y="519430"/>
                    <a:pt x="1040130" y="621030"/>
                  </a:cubicBezTo>
                  <a:cubicBezTo>
                    <a:pt x="933450" y="706120"/>
                    <a:pt x="814070" y="864870"/>
                    <a:pt x="765810" y="883920"/>
                  </a:cubicBezTo>
                  <a:cubicBezTo>
                    <a:pt x="753110" y="889000"/>
                    <a:pt x="744220" y="887730"/>
                    <a:pt x="736600" y="883920"/>
                  </a:cubicBezTo>
                  <a:cubicBezTo>
                    <a:pt x="728980" y="880110"/>
                    <a:pt x="720090" y="869950"/>
                    <a:pt x="718820" y="859790"/>
                  </a:cubicBezTo>
                  <a:cubicBezTo>
                    <a:pt x="718820" y="843280"/>
                    <a:pt x="735330" y="821690"/>
                    <a:pt x="756920" y="792480"/>
                  </a:cubicBezTo>
                  <a:cubicBezTo>
                    <a:pt x="808990" y="725170"/>
                    <a:pt x="988060" y="548640"/>
                    <a:pt x="1066800" y="482600"/>
                  </a:cubicBezTo>
                  <a:cubicBezTo>
                    <a:pt x="1109980" y="447040"/>
                    <a:pt x="1145540" y="412750"/>
                    <a:pt x="1173480" y="408940"/>
                  </a:cubicBezTo>
                  <a:cubicBezTo>
                    <a:pt x="1189990" y="406400"/>
                    <a:pt x="1209040" y="414020"/>
                    <a:pt x="1216660" y="422910"/>
                  </a:cubicBezTo>
                  <a:cubicBezTo>
                    <a:pt x="1221740" y="430530"/>
                    <a:pt x="1220470" y="441960"/>
                    <a:pt x="1216660" y="454660"/>
                  </a:cubicBezTo>
                  <a:cubicBezTo>
                    <a:pt x="1207770" y="483870"/>
                    <a:pt x="1154430" y="533400"/>
                    <a:pt x="1122680" y="581660"/>
                  </a:cubicBezTo>
                  <a:cubicBezTo>
                    <a:pt x="1084580" y="638810"/>
                    <a:pt x="1042670" y="751840"/>
                    <a:pt x="1008380" y="778510"/>
                  </a:cubicBezTo>
                  <a:cubicBezTo>
                    <a:pt x="991870" y="789940"/>
                    <a:pt x="972820" y="795020"/>
                    <a:pt x="962660" y="789940"/>
                  </a:cubicBezTo>
                  <a:cubicBezTo>
                    <a:pt x="952500" y="786130"/>
                    <a:pt x="941070" y="764540"/>
                    <a:pt x="943610" y="754380"/>
                  </a:cubicBezTo>
                  <a:cubicBezTo>
                    <a:pt x="946150" y="742950"/>
                    <a:pt x="972820" y="741680"/>
                    <a:pt x="986790" y="728980"/>
                  </a:cubicBezTo>
                  <a:cubicBezTo>
                    <a:pt x="1005840" y="711200"/>
                    <a:pt x="1021080" y="676910"/>
                    <a:pt x="1041400" y="652780"/>
                  </a:cubicBezTo>
                  <a:cubicBezTo>
                    <a:pt x="1062990" y="629920"/>
                    <a:pt x="1090930" y="599440"/>
                    <a:pt x="1115060" y="588010"/>
                  </a:cubicBezTo>
                  <a:cubicBezTo>
                    <a:pt x="1130300" y="580390"/>
                    <a:pt x="1148080" y="575310"/>
                    <a:pt x="1160780" y="580390"/>
                  </a:cubicBezTo>
                  <a:cubicBezTo>
                    <a:pt x="1174750" y="585470"/>
                    <a:pt x="1189990" y="608330"/>
                    <a:pt x="1192530" y="622300"/>
                  </a:cubicBezTo>
                  <a:cubicBezTo>
                    <a:pt x="1195070" y="636270"/>
                    <a:pt x="1188720" y="647700"/>
                    <a:pt x="1179830" y="664210"/>
                  </a:cubicBezTo>
                  <a:cubicBezTo>
                    <a:pt x="1159510" y="704850"/>
                    <a:pt x="1089660" y="783590"/>
                    <a:pt x="1041400" y="839470"/>
                  </a:cubicBezTo>
                  <a:cubicBezTo>
                    <a:pt x="993140" y="894080"/>
                    <a:pt x="925830" y="981710"/>
                    <a:pt x="891540" y="994410"/>
                  </a:cubicBezTo>
                  <a:cubicBezTo>
                    <a:pt x="877570" y="999490"/>
                    <a:pt x="866140" y="996950"/>
                    <a:pt x="858520" y="991870"/>
                  </a:cubicBezTo>
                  <a:cubicBezTo>
                    <a:pt x="849630" y="986790"/>
                    <a:pt x="843280" y="975360"/>
                    <a:pt x="842010" y="962660"/>
                  </a:cubicBezTo>
                  <a:cubicBezTo>
                    <a:pt x="840740" y="942340"/>
                    <a:pt x="854710" y="913130"/>
                    <a:pt x="877570" y="876300"/>
                  </a:cubicBezTo>
                  <a:cubicBezTo>
                    <a:pt x="933450" y="787400"/>
                    <a:pt x="1173480" y="524510"/>
                    <a:pt x="1245870" y="469900"/>
                  </a:cubicBezTo>
                  <a:cubicBezTo>
                    <a:pt x="1270000" y="452120"/>
                    <a:pt x="1287780" y="441960"/>
                    <a:pt x="1301750" y="444500"/>
                  </a:cubicBezTo>
                  <a:cubicBezTo>
                    <a:pt x="1311910" y="445770"/>
                    <a:pt x="1322070" y="457200"/>
                    <a:pt x="1324610" y="466090"/>
                  </a:cubicBezTo>
                  <a:cubicBezTo>
                    <a:pt x="1327150" y="474980"/>
                    <a:pt x="1325880" y="483870"/>
                    <a:pt x="1319530" y="497840"/>
                  </a:cubicBezTo>
                  <a:cubicBezTo>
                    <a:pt x="1292860" y="548640"/>
                    <a:pt x="1083310" y="769620"/>
                    <a:pt x="1023620" y="793750"/>
                  </a:cubicBezTo>
                  <a:cubicBezTo>
                    <a:pt x="1003300" y="802640"/>
                    <a:pt x="985520" y="800100"/>
                    <a:pt x="976630" y="793750"/>
                  </a:cubicBezTo>
                  <a:cubicBezTo>
                    <a:pt x="967740" y="788670"/>
                    <a:pt x="963930" y="772160"/>
                    <a:pt x="963930" y="763270"/>
                  </a:cubicBezTo>
                  <a:cubicBezTo>
                    <a:pt x="965200" y="754380"/>
                    <a:pt x="970280" y="740410"/>
                    <a:pt x="976630" y="740410"/>
                  </a:cubicBezTo>
                  <a:cubicBezTo>
                    <a:pt x="985520" y="739140"/>
                    <a:pt x="1023620" y="783590"/>
                    <a:pt x="1019810" y="791210"/>
                  </a:cubicBezTo>
                  <a:cubicBezTo>
                    <a:pt x="1017270" y="797560"/>
                    <a:pt x="981710" y="798830"/>
                    <a:pt x="972820" y="791210"/>
                  </a:cubicBezTo>
                  <a:cubicBezTo>
                    <a:pt x="963930" y="783590"/>
                    <a:pt x="961390" y="763270"/>
                    <a:pt x="967740" y="744220"/>
                  </a:cubicBezTo>
                  <a:cubicBezTo>
                    <a:pt x="979170" y="709930"/>
                    <a:pt x="1046480" y="651510"/>
                    <a:pt x="1088390" y="613410"/>
                  </a:cubicBezTo>
                  <a:cubicBezTo>
                    <a:pt x="1126490" y="577850"/>
                    <a:pt x="1178560" y="533400"/>
                    <a:pt x="1209040" y="521970"/>
                  </a:cubicBezTo>
                  <a:cubicBezTo>
                    <a:pt x="1225550" y="515620"/>
                    <a:pt x="1239520" y="514350"/>
                    <a:pt x="1249680" y="519430"/>
                  </a:cubicBezTo>
                  <a:cubicBezTo>
                    <a:pt x="1258570" y="524510"/>
                    <a:pt x="1266190" y="541020"/>
                    <a:pt x="1266190" y="556260"/>
                  </a:cubicBezTo>
                  <a:cubicBezTo>
                    <a:pt x="1264920" y="579120"/>
                    <a:pt x="1235710" y="614680"/>
                    <a:pt x="1215390" y="642620"/>
                  </a:cubicBezTo>
                  <a:cubicBezTo>
                    <a:pt x="1191260" y="674370"/>
                    <a:pt x="1155700" y="699770"/>
                    <a:pt x="1126490" y="735330"/>
                  </a:cubicBezTo>
                  <a:cubicBezTo>
                    <a:pt x="1093470" y="775970"/>
                    <a:pt x="1061720" y="835660"/>
                    <a:pt x="1027430" y="875030"/>
                  </a:cubicBezTo>
                  <a:cubicBezTo>
                    <a:pt x="998220" y="908050"/>
                    <a:pt x="961390" y="949960"/>
                    <a:pt x="935990" y="957580"/>
                  </a:cubicBezTo>
                  <a:cubicBezTo>
                    <a:pt x="920750" y="961390"/>
                    <a:pt x="904240" y="957580"/>
                    <a:pt x="896620" y="949960"/>
                  </a:cubicBezTo>
                  <a:cubicBezTo>
                    <a:pt x="887730" y="941070"/>
                    <a:pt x="885190" y="925830"/>
                    <a:pt x="889000" y="909320"/>
                  </a:cubicBezTo>
                  <a:cubicBezTo>
                    <a:pt x="896620" y="878840"/>
                    <a:pt x="947420" y="826770"/>
                    <a:pt x="982980" y="786130"/>
                  </a:cubicBezTo>
                  <a:cubicBezTo>
                    <a:pt x="1021080" y="740410"/>
                    <a:pt x="1056640" y="701040"/>
                    <a:pt x="1112520" y="651510"/>
                  </a:cubicBezTo>
                  <a:cubicBezTo>
                    <a:pt x="1196340" y="576580"/>
                    <a:pt x="1337310" y="469900"/>
                    <a:pt x="1447800" y="398780"/>
                  </a:cubicBezTo>
                  <a:cubicBezTo>
                    <a:pt x="1544320" y="335280"/>
                    <a:pt x="1687830" y="245110"/>
                    <a:pt x="1734820" y="237490"/>
                  </a:cubicBezTo>
                  <a:cubicBezTo>
                    <a:pt x="1750060" y="234950"/>
                    <a:pt x="1757680" y="237490"/>
                    <a:pt x="1765300" y="242570"/>
                  </a:cubicBezTo>
                  <a:cubicBezTo>
                    <a:pt x="1771650" y="246380"/>
                    <a:pt x="1776730" y="254000"/>
                    <a:pt x="1776730" y="261620"/>
                  </a:cubicBezTo>
                  <a:cubicBezTo>
                    <a:pt x="1778000" y="271780"/>
                    <a:pt x="1774190" y="284480"/>
                    <a:pt x="1762760" y="295910"/>
                  </a:cubicBezTo>
                  <a:cubicBezTo>
                    <a:pt x="1736090" y="321310"/>
                    <a:pt x="1640840" y="344170"/>
                    <a:pt x="1583690" y="374650"/>
                  </a:cubicBezTo>
                  <a:cubicBezTo>
                    <a:pt x="1526540" y="405130"/>
                    <a:pt x="1477010" y="439420"/>
                    <a:pt x="1419860" y="478790"/>
                  </a:cubicBezTo>
                  <a:cubicBezTo>
                    <a:pt x="1352550" y="525780"/>
                    <a:pt x="1256030" y="593090"/>
                    <a:pt x="1206500" y="636270"/>
                  </a:cubicBezTo>
                  <a:cubicBezTo>
                    <a:pt x="1176020" y="661670"/>
                    <a:pt x="1160780" y="697230"/>
                    <a:pt x="1140460" y="704850"/>
                  </a:cubicBezTo>
                  <a:cubicBezTo>
                    <a:pt x="1126490" y="709930"/>
                    <a:pt x="1111250" y="707390"/>
                    <a:pt x="1102360" y="701040"/>
                  </a:cubicBezTo>
                  <a:cubicBezTo>
                    <a:pt x="1094740" y="695960"/>
                    <a:pt x="1089660" y="684530"/>
                    <a:pt x="1090930" y="673100"/>
                  </a:cubicBezTo>
                  <a:cubicBezTo>
                    <a:pt x="1094740" y="650240"/>
                    <a:pt x="1136650" y="610870"/>
                    <a:pt x="1164590" y="581660"/>
                  </a:cubicBezTo>
                  <a:cubicBezTo>
                    <a:pt x="1192530" y="551180"/>
                    <a:pt x="1223010" y="521970"/>
                    <a:pt x="1262380" y="495300"/>
                  </a:cubicBezTo>
                  <a:cubicBezTo>
                    <a:pt x="1308100" y="463550"/>
                    <a:pt x="1377950" y="427990"/>
                    <a:pt x="1427480" y="410210"/>
                  </a:cubicBezTo>
                  <a:cubicBezTo>
                    <a:pt x="1464310" y="397510"/>
                    <a:pt x="1507490" y="384810"/>
                    <a:pt x="1529080" y="389890"/>
                  </a:cubicBezTo>
                  <a:cubicBezTo>
                    <a:pt x="1540510" y="392430"/>
                    <a:pt x="1548130" y="402590"/>
                    <a:pt x="1551940" y="410210"/>
                  </a:cubicBezTo>
                  <a:cubicBezTo>
                    <a:pt x="1555750" y="419100"/>
                    <a:pt x="1555750" y="430530"/>
                    <a:pt x="1548130" y="441960"/>
                  </a:cubicBezTo>
                  <a:cubicBezTo>
                    <a:pt x="1531620" y="466090"/>
                    <a:pt x="1457960" y="482600"/>
                    <a:pt x="1408430" y="518160"/>
                  </a:cubicBezTo>
                  <a:cubicBezTo>
                    <a:pt x="1339850" y="567690"/>
                    <a:pt x="1261110" y="642620"/>
                    <a:pt x="1182370" y="728980"/>
                  </a:cubicBezTo>
                  <a:cubicBezTo>
                    <a:pt x="1079500" y="839470"/>
                    <a:pt x="910590" y="1122680"/>
                    <a:pt x="858520" y="1137920"/>
                  </a:cubicBezTo>
                  <a:cubicBezTo>
                    <a:pt x="845820" y="1141730"/>
                    <a:pt x="835660" y="1135380"/>
                    <a:pt x="830580" y="1129030"/>
                  </a:cubicBezTo>
                  <a:cubicBezTo>
                    <a:pt x="822960" y="1121410"/>
                    <a:pt x="820420" y="1108710"/>
                    <a:pt x="824230" y="1093470"/>
                  </a:cubicBezTo>
                  <a:cubicBezTo>
                    <a:pt x="835660" y="1047750"/>
                    <a:pt x="929640" y="941070"/>
                    <a:pt x="1004570" y="861060"/>
                  </a:cubicBezTo>
                  <a:cubicBezTo>
                    <a:pt x="1098550" y="760730"/>
                    <a:pt x="1238250" y="637540"/>
                    <a:pt x="1355090" y="547370"/>
                  </a:cubicBezTo>
                  <a:cubicBezTo>
                    <a:pt x="1460500" y="467360"/>
                    <a:pt x="1598930" y="372110"/>
                    <a:pt x="1673860" y="344170"/>
                  </a:cubicBezTo>
                  <a:cubicBezTo>
                    <a:pt x="1709420" y="330200"/>
                    <a:pt x="1742440" y="322580"/>
                    <a:pt x="1758950" y="330200"/>
                  </a:cubicBezTo>
                  <a:cubicBezTo>
                    <a:pt x="1769110" y="334010"/>
                    <a:pt x="1775460" y="346710"/>
                    <a:pt x="1776730" y="354330"/>
                  </a:cubicBezTo>
                  <a:cubicBezTo>
                    <a:pt x="1776730" y="363220"/>
                    <a:pt x="1775460" y="372110"/>
                    <a:pt x="1765300" y="382270"/>
                  </a:cubicBezTo>
                  <a:cubicBezTo>
                    <a:pt x="1731010" y="422910"/>
                    <a:pt x="1502410" y="525780"/>
                    <a:pt x="1424940" y="575310"/>
                  </a:cubicBezTo>
                  <a:cubicBezTo>
                    <a:pt x="1383030" y="601980"/>
                    <a:pt x="1365250" y="614680"/>
                    <a:pt x="1332230" y="642620"/>
                  </a:cubicBezTo>
                  <a:cubicBezTo>
                    <a:pt x="1287780" y="679450"/>
                    <a:pt x="1224280" y="741680"/>
                    <a:pt x="1186180" y="786130"/>
                  </a:cubicBezTo>
                  <a:cubicBezTo>
                    <a:pt x="1156970" y="820420"/>
                    <a:pt x="1139190" y="872490"/>
                    <a:pt x="1116330" y="882650"/>
                  </a:cubicBezTo>
                  <a:cubicBezTo>
                    <a:pt x="1101090" y="889000"/>
                    <a:pt x="1079500" y="886460"/>
                    <a:pt x="1073150" y="877570"/>
                  </a:cubicBezTo>
                  <a:cubicBezTo>
                    <a:pt x="1065530" y="869950"/>
                    <a:pt x="1064260" y="852170"/>
                    <a:pt x="1073150" y="834390"/>
                  </a:cubicBezTo>
                  <a:cubicBezTo>
                    <a:pt x="1096010" y="786130"/>
                    <a:pt x="1262380" y="679450"/>
                    <a:pt x="1343660" y="622300"/>
                  </a:cubicBezTo>
                  <a:cubicBezTo>
                    <a:pt x="1407160" y="579120"/>
                    <a:pt x="1466850" y="548640"/>
                    <a:pt x="1517650" y="518160"/>
                  </a:cubicBezTo>
                  <a:cubicBezTo>
                    <a:pt x="1558290" y="495300"/>
                    <a:pt x="1598930" y="462280"/>
                    <a:pt x="1624330" y="457200"/>
                  </a:cubicBezTo>
                  <a:cubicBezTo>
                    <a:pt x="1637030" y="454660"/>
                    <a:pt x="1647190" y="457200"/>
                    <a:pt x="1654810" y="461010"/>
                  </a:cubicBezTo>
                  <a:cubicBezTo>
                    <a:pt x="1661160" y="464820"/>
                    <a:pt x="1667510" y="472440"/>
                    <a:pt x="1667510" y="480060"/>
                  </a:cubicBezTo>
                  <a:cubicBezTo>
                    <a:pt x="1667510" y="496570"/>
                    <a:pt x="1644650" y="525780"/>
                    <a:pt x="1624330" y="549910"/>
                  </a:cubicBezTo>
                  <a:cubicBezTo>
                    <a:pt x="1593850" y="584200"/>
                    <a:pt x="1535430" y="627380"/>
                    <a:pt x="1494790" y="655320"/>
                  </a:cubicBezTo>
                  <a:cubicBezTo>
                    <a:pt x="1461770" y="676910"/>
                    <a:pt x="1438910" y="679450"/>
                    <a:pt x="1402080" y="706120"/>
                  </a:cubicBezTo>
                  <a:cubicBezTo>
                    <a:pt x="1330960" y="759460"/>
                    <a:pt x="1164590" y="962660"/>
                    <a:pt x="1116330" y="974090"/>
                  </a:cubicBezTo>
                  <a:cubicBezTo>
                    <a:pt x="1102360" y="976630"/>
                    <a:pt x="1093470" y="971550"/>
                    <a:pt x="1087120" y="965200"/>
                  </a:cubicBezTo>
                  <a:cubicBezTo>
                    <a:pt x="1080770" y="957580"/>
                    <a:pt x="1075690" y="943610"/>
                    <a:pt x="1079500" y="928370"/>
                  </a:cubicBezTo>
                  <a:cubicBezTo>
                    <a:pt x="1090930" y="891540"/>
                    <a:pt x="1169670" y="821690"/>
                    <a:pt x="1239520" y="759460"/>
                  </a:cubicBezTo>
                  <a:cubicBezTo>
                    <a:pt x="1348740" y="662940"/>
                    <a:pt x="1593850" y="474980"/>
                    <a:pt x="1687830" y="430530"/>
                  </a:cubicBezTo>
                  <a:cubicBezTo>
                    <a:pt x="1724660" y="412750"/>
                    <a:pt x="1755140" y="402590"/>
                    <a:pt x="1772920" y="407670"/>
                  </a:cubicBezTo>
                  <a:cubicBezTo>
                    <a:pt x="1783080" y="410210"/>
                    <a:pt x="1790700" y="421640"/>
                    <a:pt x="1793240" y="430530"/>
                  </a:cubicBezTo>
                  <a:cubicBezTo>
                    <a:pt x="1794510" y="439420"/>
                    <a:pt x="1793240" y="448310"/>
                    <a:pt x="1785620" y="459740"/>
                  </a:cubicBezTo>
                  <a:cubicBezTo>
                    <a:pt x="1760220" y="496570"/>
                    <a:pt x="1629410" y="566420"/>
                    <a:pt x="1554480" y="626110"/>
                  </a:cubicBezTo>
                  <a:cubicBezTo>
                    <a:pt x="1475740" y="685800"/>
                    <a:pt x="1384300" y="759460"/>
                    <a:pt x="1323340" y="816610"/>
                  </a:cubicBezTo>
                  <a:cubicBezTo>
                    <a:pt x="1278890" y="858520"/>
                    <a:pt x="1242060" y="916940"/>
                    <a:pt x="1215390" y="929640"/>
                  </a:cubicBezTo>
                  <a:cubicBezTo>
                    <a:pt x="1203960" y="935990"/>
                    <a:pt x="1193800" y="935990"/>
                    <a:pt x="1186180" y="932180"/>
                  </a:cubicBezTo>
                  <a:cubicBezTo>
                    <a:pt x="1178560" y="928370"/>
                    <a:pt x="1169670" y="916940"/>
                    <a:pt x="1167130" y="909320"/>
                  </a:cubicBezTo>
                  <a:cubicBezTo>
                    <a:pt x="1165860" y="901700"/>
                    <a:pt x="1167130" y="896620"/>
                    <a:pt x="1170940" y="887730"/>
                  </a:cubicBezTo>
                  <a:cubicBezTo>
                    <a:pt x="1181100" y="867410"/>
                    <a:pt x="1206500" y="833120"/>
                    <a:pt x="1245870" y="800100"/>
                  </a:cubicBezTo>
                  <a:cubicBezTo>
                    <a:pt x="1330960" y="727710"/>
                    <a:pt x="1598930" y="596900"/>
                    <a:pt x="1695450" y="527050"/>
                  </a:cubicBezTo>
                  <a:cubicBezTo>
                    <a:pt x="1744980" y="491490"/>
                    <a:pt x="1774190" y="444500"/>
                    <a:pt x="1802130" y="436880"/>
                  </a:cubicBezTo>
                  <a:cubicBezTo>
                    <a:pt x="1816100" y="431800"/>
                    <a:pt x="1831340" y="434340"/>
                    <a:pt x="1838960" y="441960"/>
                  </a:cubicBezTo>
                  <a:cubicBezTo>
                    <a:pt x="1846580" y="448310"/>
                    <a:pt x="1851660" y="463550"/>
                    <a:pt x="1846580" y="477520"/>
                  </a:cubicBezTo>
                  <a:cubicBezTo>
                    <a:pt x="1837690" y="506730"/>
                    <a:pt x="1772920" y="548640"/>
                    <a:pt x="1720850" y="589280"/>
                  </a:cubicBezTo>
                  <a:cubicBezTo>
                    <a:pt x="1643380" y="651510"/>
                    <a:pt x="1482090" y="749300"/>
                    <a:pt x="1418590" y="801370"/>
                  </a:cubicBezTo>
                  <a:cubicBezTo>
                    <a:pt x="1386840" y="826770"/>
                    <a:pt x="1370330" y="855980"/>
                    <a:pt x="1351280" y="864870"/>
                  </a:cubicBezTo>
                  <a:cubicBezTo>
                    <a:pt x="1339850" y="869950"/>
                    <a:pt x="1328420" y="872490"/>
                    <a:pt x="1319530" y="867410"/>
                  </a:cubicBezTo>
                  <a:cubicBezTo>
                    <a:pt x="1310640" y="863600"/>
                    <a:pt x="1297940" y="847090"/>
                    <a:pt x="1299210" y="835660"/>
                  </a:cubicBezTo>
                  <a:cubicBezTo>
                    <a:pt x="1299210" y="822960"/>
                    <a:pt x="1313180" y="811530"/>
                    <a:pt x="1334770" y="793750"/>
                  </a:cubicBezTo>
                  <a:cubicBezTo>
                    <a:pt x="1397000" y="740410"/>
                    <a:pt x="1704340" y="552450"/>
                    <a:pt x="1766570" y="537210"/>
                  </a:cubicBezTo>
                  <a:cubicBezTo>
                    <a:pt x="1783080" y="533400"/>
                    <a:pt x="1790700" y="534670"/>
                    <a:pt x="1798320" y="539750"/>
                  </a:cubicBezTo>
                  <a:cubicBezTo>
                    <a:pt x="1805940" y="544830"/>
                    <a:pt x="1813560" y="556260"/>
                    <a:pt x="1814830" y="567690"/>
                  </a:cubicBezTo>
                  <a:cubicBezTo>
                    <a:pt x="1814830" y="586740"/>
                    <a:pt x="1795780" y="624840"/>
                    <a:pt x="1776730" y="642620"/>
                  </a:cubicBezTo>
                  <a:cubicBezTo>
                    <a:pt x="1757680" y="662940"/>
                    <a:pt x="1717040" y="683260"/>
                    <a:pt x="1697990" y="680720"/>
                  </a:cubicBezTo>
                  <a:cubicBezTo>
                    <a:pt x="1686560" y="679450"/>
                    <a:pt x="1675130" y="669290"/>
                    <a:pt x="1671320" y="660400"/>
                  </a:cubicBezTo>
                  <a:cubicBezTo>
                    <a:pt x="1667510" y="650240"/>
                    <a:pt x="1667510" y="637540"/>
                    <a:pt x="1673860" y="626110"/>
                  </a:cubicBezTo>
                  <a:cubicBezTo>
                    <a:pt x="1684020" y="607060"/>
                    <a:pt x="1720850" y="593090"/>
                    <a:pt x="1746250" y="567690"/>
                  </a:cubicBezTo>
                  <a:cubicBezTo>
                    <a:pt x="1783080" y="533400"/>
                    <a:pt x="1828800" y="457200"/>
                    <a:pt x="1863090" y="429260"/>
                  </a:cubicBezTo>
                  <a:cubicBezTo>
                    <a:pt x="1883410" y="412750"/>
                    <a:pt x="1903730" y="398780"/>
                    <a:pt x="1920240" y="398780"/>
                  </a:cubicBezTo>
                  <a:cubicBezTo>
                    <a:pt x="1934210" y="400050"/>
                    <a:pt x="1951990" y="410210"/>
                    <a:pt x="1957070" y="420370"/>
                  </a:cubicBezTo>
                  <a:cubicBezTo>
                    <a:pt x="1962150" y="430530"/>
                    <a:pt x="1962150" y="441960"/>
                    <a:pt x="1955800" y="455930"/>
                  </a:cubicBezTo>
                  <a:cubicBezTo>
                    <a:pt x="1943100" y="486410"/>
                    <a:pt x="1885950" y="535940"/>
                    <a:pt x="1840230" y="577850"/>
                  </a:cubicBezTo>
                  <a:cubicBezTo>
                    <a:pt x="1780540" y="632460"/>
                    <a:pt x="1673860" y="718820"/>
                    <a:pt x="1625600" y="749300"/>
                  </a:cubicBezTo>
                  <a:cubicBezTo>
                    <a:pt x="1604010" y="763270"/>
                    <a:pt x="1591310" y="773430"/>
                    <a:pt x="1574800" y="775970"/>
                  </a:cubicBezTo>
                  <a:cubicBezTo>
                    <a:pt x="1562100" y="777240"/>
                    <a:pt x="1544320" y="774700"/>
                    <a:pt x="1536700" y="765810"/>
                  </a:cubicBezTo>
                  <a:cubicBezTo>
                    <a:pt x="1530350" y="758190"/>
                    <a:pt x="1529080" y="736600"/>
                    <a:pt x="1532890" y="727710"/>
                  </a:cubicBezTo>
                  <a:cubicBezTo>
                    <a:pt x="1535430" y="720090"/>
                    <a:pt x="1541780" y="715010"/>
                    <a:pt x="1550670" y="711200"/>
                  </a:cubicBezTo>
                  <a:cubicBezTo>
                    <a:pt x="1564640" y="704850"/>
                    <a:pt x="1586230" y="715010"/>
                    <a:pt x="1612900" y="704850"/>
                  </a:cubicBezTo>
                  <a:cubicBezTo>
                    <a:pt x="1676400" y="678180"/>
                    <a:pt x="1849120" y="473710"/>
                    <a:pt x="1897380" y="478790"/>
                  </a:cubicBezTo>
                  <a:cubicBezTo>
                    <a:pt x="1915160" y="480060"/>
                    <a:pt x="1926590" y="502920"/>
                    <a:pt x="1930400" y="518160"/>
                  </a:cubicBezTo>
                  <a:cubicBezTo>
                    <a:pt x="1934210" y="533400"/>
                    <a:pt x="1927860" y="547370"/>
                    <a:pt x="1916430" y="568960"/>
                  </a:cubicBezTo>
                  <a:cubicBezTo>
                    <a:pt x="1891030" y="617220"/>
                    <a:pt x="1794510" y="746760"/>
                    <a:pt x="1742440" y="787400"/>
                  </a:cubicBezTo>
                  <a:cubicBezTo>
                    <a:pt x="1711960" y="811530"/>
                    <a:pt x="1676400" y="828040"/>
                    <a:pt x="1657350" y="826770"/>
                  </a:cubicBezTo>
                  <a:cubicBezTo>
                    <a:pt x="1644650" y="825500"/>
                    <a:pt x="1634490" y="815340"/>
                    <a:pt x="1630680" y="806450"/>
                  </a:cubicBezTo>
                  <a:cubicBezTo>
                    <a:pt x="1625600" y="797560"/>
                    <a:pt x="1625600" y="784860"/>
                    <a:pt x="1631950" y="772160"/>
                  </a:cubicBezTo>
                  <a:cubicBezTo>
                    <a:pt x="1642110" y="749300"/>
                    <a:pt x="1687830" y="728980"/>
                    <a:pt x="1722120" y="694690"/>
                  </a:cubicBezTo>
                  <a:cubicBezTo>
                    <a:pt x="1776730" y="640080"/>
                    <a:pt x="1868170" y="504190"/>
                    <a:pt x="1916430" y="463550"/>
                  </a:cubicBezTo>
                  <a:cubicBezTo>
                    <a:pt x="1939290" y="445770"/>
                    <a:pt x="1957070" y="435610"/>
                    <a:pt x="1972310" y="431800"/>
                  </a:cubicBezTo>
                  <a:cubicBezTo>
                    <a:pt x="1982470" y="430530"/>
                    <a:pt x="1991360" y="431800"/>
                    <a:pt x="1997710" y="435610"/>
                  </a:cubicBezTo>
                  <a:cubicBezTo>
                    <a:pt x="2006600" y="440690"/>
                    <a:pt x="2015490" y="454660"/>
                    <a:pt x="2016760" y="463550"/>
                  </a:cubicBezTo>
                  <a:cubicBezTo>
                    <a:pt x="2018030" y="471170"/>
                    <a:pt x="2016760" y="477520"/>
                    <a:pt x="2010410" y="487680"/>
                  </a:cubicBezTo>
                  <a:cubicBezTo>
                    <a:pt x="1991360" y="524510"/>
                    <a:pt x="1866900" y="640080"/>
                    <a:pt x="1830070" y="693420"/>
                  </a:cubicBezTo>
                  <a:cubicBezTo>
                    <a:pt x="1809750" y="722630"/>
                    <a:pt x="1807210" y="746760"/>
                    <a:pt x="1790700" y="768350"/>
                  </a:cubicBezTo>
                  <a:cubicBezTo>
                    <a:pt x="1774190" y="788670"/>
                    <a:pt x="1752600" y="819150"/>
                    <a:pt x="1734820" y="821690"/>
                  </a:cubicBezTo>
                  <a:cubicBezTo>
                    <a:pt x="1720850" y="822960"/>
                    <a:pt x="1699260" y="808990"/>
                    <a:pt x="1694180" y="798830"/>
                  </a:cubicBezTo>
                  <a:cubicBezTo>
                    <a:pt x="1689100" y="789940"/>
                    <a:pt x="1691640" y="778510"/>
                    <a:pt x="1697990" y="767080"/>
                  </a:cubicBezTo>
                  <a:cubicBezTo>
                    <a:pt x="1713230" y="739140"/>
                    <a:pt x="1785620" y="703580"/>
                    <a:pt x="1830070" y="662940"/>
                  </a:cubicBezTo>
                  <a:cubicBezTo>
                    <a:pt x="1882140" y="614680"/>
                    <a:pt x="1950720" y="506730"/>
                    <a:pt x="1987550" y="491490"/>
                  </a:cubicBezTo>
                  <a:cubicBezTo>
                    <a:pt x="2002790" y="486410"/>
                    <a:pt x="2018030" y="487680"/>
                    <a:pt x="2025650" y="494030"/>
                  </a:cubicBezTo>
                  <a:cubicBezTo>
                    <a:pt x="2033270" y="501650"/>
                    <a:pt x="2038350" y="523240"/>
                    <a:pt x="2033270" y="537210"/>
                  </a:cubicBezTo>
                  <a:cubicBezTo>
                    <a:pt x="2026920" y="557530"/>
                    <a:pt x="1991360" y="567690"/>
                    <a:pt x="1962150" y="595630"/>
                  </a:cubicBezTo>
                  <a:cubicBezTo>
                    <a:pt x="1907540" y="647700"/>
                    <a:pt x="1789430" y="825500"/>
                    <a:pt x="1743710" y="834390"/>
                  </a:cubicBezTo>
                  <a:cubicBezTo>
                    <a:pt x="1725930" y="836930"/>
                    <a:pt x="1708150" y="824230"/>
                    <a:pt x="1703070" y="814070"/>
                  </a:cubicBezTo>
                  <a:cubicBezTo>
                    <a:pt x="1697990" y="805180"/>
                    <a:pt x="1703070" y="787400"/>
                    <a:pt x="1711960" y="775970"/>
                  </a:cubicBezTo>
                  <a:cubicBezTo>
                    <a:pt x="1723390" y="760730"/>
                    <a:pt x="1755140" y="760730"/>
                    <a:pt x="1781810" y="740410"/>
                  </a:cubicBezTo>
                  <a:cubicBezTo>
                    <a:pt x="1835150" y="698500"/>
                    <a:pt x="1939290" y="518160"/>
                    <a:pt x="1979930" y="511810"/>
                  </a:cubicBezTo>
                  <a:cubicBezTo>
                    <a:pt x="1995170" y="510540"/>
                    <a:pt x="2014220" y="525780"/>
                    <a:pt x="2014220" y="535940"/>
                  </a:cubicBezTo>
                  <a:cubicBezTo>
                    <a:pt x="2015490" y="551180"/>
                    <a:pt x="1963420" y="581660"/>
                    <a:pt x="1932940" y="601980"/>
                  </a:cubicBezTo>
                  <a:cubicBezTo>
                    <a:pt x="1902460" y="621030"/>
                    <a:pt x="1860550" y="648970"/>
                    <a:pt x="1833880" y="652780"/>
                  </a:cubicBezTo>
                  <a:cubicBezTo>
                    <a:pt x="1817370" y="655320"/>
                    <a:pt x="1799590" y="654050"/>
                    <a:pt x="1791970" y="645160"/>
                  </a:cubicBezTo>
                  <a:cubicBezTo>
                    <a:pt x="1783080" y="636270"/>
                    <a:pt x="1783080" y="609600"/>
                    <a:pt x="1788160" y="595630"/>
                  </a:cubicBezTo>
                  <a:cubicBezTo>
                    <a:pt x="1794510" y="581660"/>
                    <a:pt x="1816100" y="577850"/>
                    <a:pt x="1824990" y="563880"/>
                  </a:cubicBezTo>
                  <a:cubicBezTo>
                    <a:pt x="1835150" y="548640"/>
                    <a:pt x="1833880" y="528320"/>
                    <a:pt x="1844040" y="510540"/>
                  </a:cubicBezTo>
                  <a:cubicBezTo>
                    <a:pt x="1859280" y="486410"/>
                    <a:pt x="1893570" y="449580"/>
                    <a:pt x="1916430" y="439420"/>
                  </a:cubicBezTo>
                  <a:cubicBezTo>
                    <a:pt x="1931670" y="433070"/>
                    <a:pt x="1950720" y="431800"/>
                    <a:pt x="1960880" y="436880"/>
                  </a:cubicBezTo>
                  <a:cubicBezTo>
                    <a:pt x="1969770" y="440690"/>
                    <a:pt x="1976120" y="449580"/>
                    <a:pt x="1978660" y="458470"/>
                  </a:cubicBezTo>
                  <a:cubicBezTo>
                    <a:pt x="1981200" y="466090"/>
                    <a:pt x="1982470" y="482600"/>
                    <a:pt x="1977390" y="486410"/>
                  </a:cubicBezTo>
                  <a:cubicBezTo>
                    <a:pt x="1967230" y="492760"/>
                    <a:pt x="1902460" y="463550"/>
                    <a:pt x="1901190" y="452120"/>
                  </a:cubicBezTo>
                  <a:cubicBezTo>
                    <a:pt x="1899920" y="445770"/>
                    <a:pt x="1912620" y="435610"/>
                    <a:pt x="1920240" y="431800"/>
                  </a:cubicBezTo>
                  <a:cubicBezTo>
                    <a:pt x="1927860" y="427990"/>
                    <a:pt x="1939290" y="426720"/>
                    <a:pt x="1948180" y="430530"/>
                  </a:cubicBezTo>
                  <a:cubicBezTo>
                    <a:pt x="1958340" y="433070"/>
                    <a:pt x="1971040" y="445770"/>
                    <a:pt x="1974850" y="455930"/>
                  </a:cubicBezTo>
                  <a:cubicBezTo>
                    <a:pt x="1977390" y="463550"/>
                    <a:pt x="1977390" y="481330"/>
                    <a:pt x="1973580" y="483870"/>
                  </a:cubicBezTo>
                  <a:cubicBezTo>
                    <a:pt x="1965960" y="486410"/>
                    <a:pt x="1915160" y="441960"/>
                    <a:pt x="1918970" y="430530"/>
                  </a:cubicBezTo>
                  <a:cubicBezTo>
                    <a:pt x="1921510" y="419100"/>
                    <a:pt x="1977390" y="408940"/>
                    <a:pt x="1993900" y="412750"/>
                  </a:cubicBezTo>
                  <a:cubicBezTo>
                    <a:pt x="2005330" y="415290"/>
                    <a:pt x="2012950" y="422910"/>
                    <a:pt x="2016760" y="430530"/>
                  </a:cubicBezTo>
                  <a:cubicBezTo>
                    <a:pt x="2021840" y="438150"/>
                    <a:pt x="2025650" y="448310"/>
                    <a:pt x="2023110" y="458470"/>
                  </a:cubicBezTo>
                  <a:cubicBezTo>
                    <a:pt x="2019300" y="468630"/>
                    <a:pt x="2002790" y="473710"/>
                    <a:pt x="1991360" y="490220"/>
                  </a:cubicBezTo>
                  <a:cubicBezTo>
                    <a:pt x="1965960" y="528320"/>
                    <a:pt x="1918970" y="660400"/>
                    <a:pt x="1893570" y="688340"/>
                  </a:cubicBezTo>
                  <a:cubicBezTo>
                    <a:pt x="1884680" y="697230"/>
                    <a:pt x="1879600" y="701040"/>
                    <a:pt x="1870710" y="702310"/>
                  </a:cubicBezTo>
                  <a:cubicBezTo>
                    <a:pt x="1860550" y="703580"/>
                    <a:pt x="1842770" y="698500"/>
                    <a:pt x="1836420" y="690880"/>
                  </a:cubicBezTo>
                  <a:cubicBezTo>
                    <a:pt x="1828800" y="684530"/>
                    <a:pt x="1821180" y="671830"/>
                    <a:pt x="1824990" y="656590"/>
                  </a:cubicBezTo>
                  <a:cubicBezTo>
                    <a:pt x="1833880" y="617220"/>
                    <a:pt x="1946910" y="525780"/>
                    <a:pt x="2005330" y="471170"/>
                  </a:cubicBezTo>
                  <a:cubicBezTo>
                    <a:pt x="2057400" y="422910"/>
                    <a:pt x="2122170" y="353060"/>
                    <a:pt x="2159000" y="344170"/>
                  </a:cubicBezTo>
                  <a:cubicBezTo>
                    <a:pt x="2175510" y="340360"/>
                    <a:pt x="2190750" y="344170"/>
                    <a:pt x="2199640" y="353060"/>
                  </a:cubicBezTo>
                  <a:cubicBezTo>
                    <a:pt x="2207260" y="360680"/>
                    <a:pt x="2211070" y="384810"/>
                    <a:pt x="2205990" y="393700"/>
                  </a:cubicBezTo>
                  <a:cubicBezTo>
                    <a:pt x="2199640" y="403860"/>
                    <a:pt x="2174240" y="396240"/>
                    <a:pt x="2153920" y="408940"/>
                  </a:cubicBezTo>
                  <a:cubicBezTo>
                    <a:pt x="2101850" y="439420"/>
                    <a:pt x="1985010" y="612140"/>
                    <a:pt x="1934210" y="629920"/>
                  </a:cubicBezTo>
                  <a:cubicBezTo>
                    <a:pt x="1913890" y="637540"/>
                    <a:pt x="1894840" y="635000"/>
                    <a:pt x="1885950" y="627380"/>
                  </a:cubicBezTo>
                  <a:cubicBezTo>
                    <a:pt x="1877060" y="618490"/>
                    <a:pt x="1873250" y="594360"/>
                    <a:pt x="1878330" y="585470"/>
                  </a:cubicBezTo>
                  <a:cubicBezTo>
                    <a:pt x="1883410" y="576580"/>
                    <a:pt x="1903730" y="581660"/>
                    <a:pt x="1918970" y="572770"/>
                  </a:cubicBezTo>
                  <a:cubicBezTo>
                    <a:pt x="1943100" y="560070"/>
                    <a:pt x="1978660" y="506730"/>
                    <a:pt x="2002790" y="500380"/>
                  </a:cubicBezTo>
                  <a:cubicBezTo>
                    <a:pt x="2015490" y="496570"/>
                    <a:pt x="2028190" y="501650"/>
                    <a:pt x="2037080" y="508000"/>
                  </a:cubicBezTo>
                  <a:cubicBezTo>
                    <a:pt x="2043430" y="513080"/>
                    <a:pt x="2048510" y="523240"/>
                    <a:pt x="2049780" y="532130"/>
                  </a:cubicBezTo>
                  <a:cubicBezTo>
                    <a:pt x="2051050" y="541020"/>
                    <a:pt x="2045970" y="552450"/>
                    <a:pt x="2038350" y="565150"/>
                  </a:cubicBezTo>
                  <a:cubicBezTo>
                    <a:pt x="2024380" y="585470"/>
                    <a:pt x="1987550" y="614680"/>
                    <a:pt x="1960880" y="635000"/>
                  </a:cubicBezTo>
                  <a:cubicBezTo>
                    <a:pt x="1935480" y="654050"/>
                    <a:pt x="1902460" y="681990"/>
                    <a:pt x="1882140" y="683260"/>
                  </a:cubicBezTo>
                  <a:cubicBezTo>
                    <a:pt x="1868170" y="684530"/>
                    <a:pt x="1855470" y="676910"/>
                    <a:pt x="1847850" y="670560"/>
                  </a:cubicBezTo>
                  <a:cubicBezTo>
                    <a:pt x="1841500" y="664210"/>
                    <a:pt x="1837690" y="652780"/>
                    <a:pt x="1838960" y="643890"/>
                  </a:cubicBezTo>
                  <a:cubicBezTo>
                    <a:pt x="1840230" y="632460"/>
                    <a:pt x="1859280" y="622300"/>
                    <a:pt x="1864360" y="608330"/>
                  </a:cubicBezTo>
                  <a:cubicBezTo>
                    <a:pt x="1870710" y="593090"/>
                    <a:pt x="1863090" y="575310"/>
                    <a:pt x="1870710" y="558800"/>
                  </a:cubicBezTo>
                  <a:cubicBezTo>
                    <a:pt x="1882140" y="533400"/>
                    <a:pt x="1918970" y="483870"/>
                    <a:pt x="1939290" y="478790"/>
                  </a:cubicBezTo>
                  <a:cubicBezTo>
                    <a:pt x="1951990" y="476250"/>
                    <a:pt x="1974850" y="488950"/>
                    <a:pt x="1974850" y="495300"/>
                  </a:cubicBezTo>
                  <a:cubicBezTo>
                    <a:pt x="1976120" y="505460"/>
                    <a:pt x="1918970" y="533400"/>
                    <a:pt x="1898650" y="533400"/>
                  </a:cubicBezTo>
                  <a:cubicBezTo>
                    <a:pt x="1885950" y="533400"/>
                    <a:pt x="1871980" y="524510"/>
                    <a:pt x="1865630" y="516890"/>
                  </a:cubicBezTo>
                  <a:cubicBezTo>
                    <a:pt x="1859280" y="509270"/>
                    <a:pt x="1856740" y="497840"/>
                    <a:pt x="1858010" y="487680"/>
                  </a:cubicBezTo>
                  <a:cubicBezTo>
                    <a:pt x="1859280" y="478790"/>
                    <a:pt x="1863090" y="471170"/>
                    <a:pt x="1870710" y="462280"/>
                  </a:cubicBezTo>
                  <a:cubicBezTo>
                    <a:pt x="1884680" y="447040"/>
                    <a:pt x="1913890" y="427990"/>
                    <a:pt x="1941830" y="410210"/>
                  </a:cubicBezTo>
                  <a:cubicBezTo>
                    <a:pt x="1974850" y="389890"/>
                    <a:pt x="2028190" y="353060"/>
                    <a:pt x="2056130" y="350520"/>
                  </a:cubicBezTo>
                  <a:cubicBezTo>
                    <a:pt x="2071370" y="349250"/>
                    <a:pt x="2084070" y="354330"/>
                    <a:pt x="2091690" y="363220"/>
                  </a:cubicBezTo>
                  <a:cubicBezTo>
                    <a:pt x="2099310" y="370840"/>
                    <a:pt x="2105660" y="383540"/>
                    <a:pt x="2100580" y="398780"/>
                  </a:cubicBezTo>
                  <a:cubicBezTo>
                    <a:pt x="2089150" y="440690"/>
                    <a:pt x="1931670" y="586740"/>
                    <a:pt x="1883410" y="603250"/>
                  </a:cubicBezTo>
                  <a:cubicBezTo>
                    <a:pt x="1865630" y="609600"/>
                    <a:pt x="1849120" y="607060"/>
                    <a:pt x="1838960" y="598170"/>
                  </a:cubicBezTo>
                  <a:cubicBezTo>
                    <a:pt x="1830070" y="590550"/>
                    <a:pt x="1824990" y="570230"/>
                    <a:pt x="1827530" y="556260"/>
                  </a:cubicBezTo>
                  <a:cubicBezTo>
                    <a:pt x="1830070" y="539750"/>
                    <a:pt x="1847850" y="521970"/>
                    <a:pt x="1864360" y="508000"/>
                  </a:cubicBezTo>
                  <a:cubicBezTo>
                    <a:pt x="1883410" y="491490"/>
                    <a:pt x="1913890" y="473710"/>
                    <a:pt x="1935480" y="464820"/>
                  </a:cubicBezTo>
                  <a:cubicBezTo>
                    <a:pt x="1951990" y="457200"/>
                    <a:pt x="1968500" y="449580"/>
                    <a:pt x="1982470" y="450850"/>
                  </a:cubicBezTo>
                  <a:cubicBezTo>
                    <a:pt x="1993900" y="453390"/>
                    <a:pt x="2007870" y="463550"/>
                    <a:pt x="2012950" y="473710"/>
                  </a:cubicBezTo>
                  <a:cubicBezTo>
                    <a:pt x="2018030" y="482600"/>
                    <a:pt x="2018030" y="501650"/>
                    <a:pt x="2012950" y="511810"/>
                  </a:cubicBezTo>
                  <a:cubicBezTo>
                    <a:pt x="2009140" y="519430"/>
                    <a:pt x="1998980" y="520700"/>
                    <a:pt x="1991360" y="530860"/>
                  </a:cubicBezTo>
                  <a:cubicBezTo>
                    <a:pt x="1976120" y="551180"/>
                    <a:pt x="1962150" y="610870"/>
                    <a:pt x="1943100" y="637540"/>
                  </a:cubicBezTo>
                  <a:cubicBezTo>
                    <a:pt x="1929130" y="657860"/>
                    <a:pt x="1913890" y="680720"/>
                    <a:pt x="1897380" y="684530"/>
                  </a:cubicBezTo>
                  <a:cubicBezTo>
                    <a:pt x="1884680" y="687070"/>
                    <a:pt x="1861820" y="675640"/>
                    <a:pt x="1855470" y="665480"/>
                  </a:cubicBezTo>
                  <a:cubicBezTo>
                    <a:pt x="1849120" y="654050"/>
                    <a:pt x="1850390" y="635000"/>
                    <a:pt x="1859280" y="618490"/>
                  </a:cubicBezTo>
                  <a:cubicBezTo>
                    <a:pt x="1877060" y="588010"/>
                    <a:pt x="1936750" y="561340"/>
                    <a:pt x="2004060" y="520700"/>
                  </a:cubicBezTo>
                  <a:cubicBezTo>
                    <a:pt x="2146300" y="435610"/>
                    <a:pt x="2604770" y="189230"/>
                    <a:pt x="2688590" y="160020"/>
                  </a:cubicBezTo>
                  <a:cubicBezTo>
                    <a:pt x="2706370" y="153670"/>
                    <a:pt x="2712720" y="151130"/>
                    <a:pt x="2722880" y="153670"/>
                  </a:cubicBezTo>
                  <a:cubicBezTo>
                    <a:pt x="2731770" y="154940"/>
                    <a:pt x="2744470" y="162560"/>
                    <a:pt x="2748280" y="170180"/>
                  </a:cubicBezTo>
                  <a:cubicBezTo>
                    <a:pt x="2752090" y="180340"/>
                    <a:pt x="2750820" y="198120"/>
                    <a:pt x="2738120" y="213360"/>
                  </a:cubicBezTo>
                  <a:cubicBezTo>
                    <a:pt x="2701290" y="261620"/>
                    <a:pt x="2473960" y="337820"/>
                    <a:pt x="2374900" y="394970"/>
                  </a:cubicBezTo>
                  <a:cubicBezTo>
                    <a:pt x="2302510" y="436880"/>
                    <a:pt x="2254250" y="468630"/>
                    <a:pt x="2193290" y="514350"/>
                  </a:cubicBezTo>
                  <a:cubicBezTo>
                    <a:pt x="2124710" y="563880"/>
                    <a:pt x="2035810" y="657860"/>
                    <a:pt x="1982470" y="683260"/>
                  </a:cubicBezTo>
                  <a:cubicBezTo>
                    <a:pt x="1955800" y="697230"/>
                    <a:pt x="1925320" y="707390"/>
                    <a:pt x="1915160" y="699770"/>
                  </a:cubicBezTo>
                  <a:cubicBezTo>
                    <a:pt x="1906270" y="692150"/>
                    <a:pt x="1911350" y="660400"/>
                    <a:pt x="1917700" y="643890"/>
                  </a:cubicBezTo>
                  <a:cubicBezTo>
                    <a:pt x="1925320" y="626110"/>
                    <a:pt x="1948180" y="603250"/>
                    <a:pt x="1963420" y="598170"/>
                  </a:cubicBezTo>
                  <a:cubicBezTo>
                    <a:pt x="1974850" y="594360"/>
                    <a:pt x="1988820" y="595630"/>
                    <a:pt x="1996440" y="600710"/>
                  </a:cubicBezTo>
                  <a:cubicBezTo>
                    <a:pt x="2005330" y="607060"/>
                    <a:pt x="2012950" y="624840"/>
                    <a:pt x="2011680" y="637540"/>
                  </a:cubicBezTo>
                  <a:cubicBezTo>
                    <a:pt x="2011680" y="654050"/>
                    <a:pt x="1997710" y="680720"/>
                    <a:pt x="1983740" y="689610"/>
                  </a:cubicBezTo>
                  <a:cubicBezTo>
                    <a:pt x="1972310" y="697230"/>
                    <a:pt x="1946910" y="701040"/>
                    <a:pt x="1936750" y="694690"/>
                  </a:cubicBezTo>
                  <a:cubicBezTo>
                    <a:pt x="1926590" y="689610"/>
                    <a:pt x="1918970" y="673100"/>
                    <a:pt x="1922780" y="656590"/>
                  </a:cubicBezTo>
                  <a:cubicBezTo>
                    <a:pt x="1932940" y="607060"/>
                    <a:pt x="2120900" y="419100"/>
                    <a:pt x="2170430" y="408940"/>
                  </a:cubicBezTo>
                  <a:cubicBezTo>
                    <a:pt x="2186940" y="405130"/>
                    <a:pt x="2203450" y="414020"/>
                    <a:pt x="2209800" y="422910"/>
                  </a:cubicBezTo>
                  <a:cubicBezTo>
                    <a:pt x="2216150" y="433070"/>
                    <a:pt x="2216150" y="447040"/>
                    <a:pt x="2209800" y="464820"/>
                  </a:cubicBezTo>
                  <a:cubicBezTo>
                    <a:pt x="2194560" y="505460"/>
                    <a:pt x="2099310" y="608330"/>
                    <a:pt x="2061210" y="642620"/>
                  </a:cubicBezTo>
                  <a:cubicBezTo>
                    <a:pt x="2042160" y="660400"/>
                    <a:pt x="2028190" y="661670"/>
                    <a:pt x="2014220" y="678180"/>
                  </a:cubicBezTo>
                  <a:cubicBezTo>
                    <a:pt x="1996440" y="699770"/>
                    <a:pt x="1987550" y="751840"/>
                    <a:pt x="1969770" y="765810"/>
                  </a:cubicBezTo>
                  <a:cubicBezTo>
                    <a:pt x="1957070" y="774700"/>
                    <a:pt x="1939290" y="778510"/>
                    <a:pt x="1929130" y="773430"/>
                  </a:cubicBezTo>
                  <a:cubicBezTo>
                    <a:pt x="1917700" y="768350"/>
                    <a:pt x="1905000" y="748030"/>
                    <a:pt x="1907540" y="730250"/>
                  </a:cubicBezTo>
                  <a:cubicBezTo>
                    <a:pt x="1912620" y="693420"/>
                    <a:pt x="2005330" y="617220"/>
                    <a:pt x="2045970" y="580390"/>
                  </a:cubicBezTo>
                  <a:cubicBezTo>
                    <a:pt x="2072640" y="556260"/>
                    <a:pt x="2099310" y="529590"/>
                    <a:pt x="2120900" y="524510"/>
                  </a:cubicBezTo>
                  <a:cubicBezTo>
                    <a:pt x="2133600" y="520700"/>
                    <a:pt x="2147570" y="523240"/>
                    <a:pt x="2156460" y="528320"/>
                  </a:cubicBezTo>
                  <a:cubicBezTo>
                    <a:pt x="2164080" y="533400"/>
                    <a:pt x="2169160" y="541020"/>
                    <a:pt x="2171700" y="551180"/>
                  </a:cubicBezTo>
                  <a:cubicBezTo>
                    <a:pt x="2174240" y="568960"/>
                    <a:pt x="2157730" y="610870"/>
                    <a:pt x="2145030" y="635000"/>
                  </a:cubicBezTo>
                  <a:cubicBezTo>
                    <a:pt x="2133600" y="656590"/>
                    <a:pt x="2117090" y="684530"/>
                    <a:pt x="2101850" y="693420"/>
                  </a:cubicBezTo>
                  <a:cubicBezTo>
                    <a:pt x="2092960" y="698500"/>
                    <a:pt x="2082800" y="698500"/>
                    <a:pt x="2073910" y="695960"/>
                  </a:cubicBezTo>
                  <a:cubicBezTo>
                    <a:pt x="2065020" y="693420"/>
                    <a:pt x="2056130" y="688340"/>
                    <a:pt x="2051050" y="680720"/>
                  </a:cubicBezTo>
                  <a:cubicBezTo>
                    <a:pt x="2045970" y="671830"/>
                    <a:pt x="2040890" y="655320"/>
                    <a:pt x="2047240" y="643890"/>
                  </a:cubicBezTo>
                  <a:cubicBezTo>
                    <a:pt x="2057400" y="621030"/>
                    <a:pt x="2131060" y="577850"/>
                    <a:pt x="2157730" y="574040"/>
                  </a:cubicBezTo>
                  <a:cubicBezTo>
                    <a:pt x="2172970" y="572770"/>
                    <a:pt x="2185670" y="577850"/>
                    <a:pt x="2193290" y="586740"/>
                  </a:cubicBezTo>
                  <a:cubicBezTo>
                    <a:pt x="2200910" y="594360"/>
                    <a:pt x="2207260" y="612140"/>
                    <a:pt x="2203450" y="622300"/>
                  </a:cubicBezTo>
                  <a:cubicBezTo>
                    <a:pt x="2200910" y="635000"/>
                    <a:pt x="2170430" y="654050"/>
                    <a:pt x="2170430" y="654050"/>
                  </a:cubicBezTo>
                  <a:cubicBezTo>
                    <a:pt x="2169160" y="654050"/>
                    <a:pt x="2198370" y="617220"/>
                    <a:pt x="2202180" y="619760"/>
                  </a:cubicBezTo>
                  <a:cubicBezTo>
                    <a:pt x="2204720" y="621030"/>
                    <a:pt x="2193290" y="651510"/>
                    <a:pt x="2184400" y="669290"/>
                  </a:cubicBezTo>
                  <a:cubicBezTo>
                    <a:pt x="2172970" y="689610"/>
                    <a:pt x="2150110" y="717550"/>
                    <a:pt x="2132330" y="735330"/>
                  </a:cubicBezTo>
                  <a:cubicBezTo>
                    <a:pt x="2115820" y="749300"/>
                    <a:pt x="2098040" y="765810"/>
                    <a:pt x="2082800" y="765810"/>
                  </a:cubicBezTo>
                  <a:cubicBezTo>
                    <a:pt x="2071370" y="765810"/>
                    <a:pt x="2056130" y="756920"/>
                    <a:pt x="2051050" y="748030"/>
                  </a:cubicBezTo>
                  <a:cubicBezTo>
                    <a:pt x="2044700" y="737870"/>
                    <a:pt x="2040890" y="725170"/>
                    <a:pt x="2047240" y="709930"/>
                  </a:cubicBezTo>
                  <a:cubicBezTo>
                    <a:pt x="2059940" y="678180"/>
                    <a:pt x="2160270" y="614680"/>
                    <a:pt x="2192020" y="589280"/>
                  </a:cubicBezTo>
                  <a:cubicBezTo>
                    <a:pt x="2207260" y="576580"/>
                    <a:pt x="2214880" y="566420"/>
                    <a:pt x="2226310" y="562610"/>
                  </a:cubicBezTo>
                  <a:cubicBezTo>
                    <a:pt x="2236470" y="560070"/>
                    <a:pt x="2246630" y="558800"/>
                    <a:pt x="2255520" y="562610"/>
                  </a:cubicBezTo>
                  <a:cubicBezTo>
                    <a:pt x="2264410" y="566420"/>
                    <a:pt x="2277110" y="579120"/>
                    <a:pt x="2280920" y="589280"/>
                  </a:cubicBezTo>
                  <a:cubicBezTo>
                    <a:pt x="2283460" y="598170"/>
                    <a:pt x="2283460" y="608330"/>
                    <a:pt x="2278380" y="617220"/>
                  </a:cubicBezTo>
                  <a:cubicBezTo>
                    <a:pt x="2269490" y="633730"/>
                    <a:pt x="2233930" y="661670"/>
                    <a:pt x="2213610" y="669290"/>
                  </a:cubicBezTo>
                  <a:cubicBezTo>
                    <a:pt x="2200910" y="674370"/>
                    <a:pt x="2185670" y="675640"/>
                    <a:pt x="2176780" y="670560"/>
                  </a:cubicBezTo>
                  <a:cubicBezTo>
                    <a:pt x="2165350" y="664210"/>
                    <a:pt x="2152650" y="643890"/>
                    <a:pt x="2153920" y="629920"/>
                  </a:cubicBezTo>
                  <a:cubicBezTo>
                    <a:pt x="2153920" y="613410"/>
                    <a:pt x="2171700" y="593090"/>
                    <a:pt x="2192020" y="575310"/>
                  </a:cubicBezTo>
                  <a:cubicBezTo>
                    <a:pt x="2221230" y="547370"/>
                    <a:pt x="2294890" y="492760"/>
                    <a:pt x="2326640" y="492760"/>
                  </a:cubicBezTo>
                  <a:cubicBezTo>
                    <a:pt x="2343150" y="492760"/>
                    <a:pt x="2359660" y="505460"/>
                    <a:pt x="2364740" y="515620"/>
                  </a:cubicBezTo>
                  <a:cubicBezTo>
                    <a:pt x="2369820" y="525780"/>
                    <a:pt x="2369820" y="542290"/>
                    <a:pt x="2362200" y="553720"/>
                  </a:cubicBezTo>
                  <a:cubicBezTo>
                    <a:pt x="2350770" y="570230"/>
                    <a:pt x="2312670" y="576580"/>
                    <a:pt x="2283460" y="595630"/>
                  </a:cubicBezTo>
                  <a:cubicBezTo>
                    <a:pt x="2244090" y="621030"/>
                    <a:pt x="2183130" y="685800"/>
                    <a:pt x="2150110" y="699770"/>
                  </a:cubicBezTo>
                  <a:cubicBezTo>
                    <a:pt x="2132330" y="706120"/>
                    <a:pt x="2118360" y="708660"/>
                    <a:pt x="2105660" y="703580"/>
                  </a:cubicBezTo>
                  <a:cubicBezTo>
                    <a:pt x="2094230" y="698500"/>
                    <a:pt x="2081530" y="683260"/>
                    <a:pt x="2078990" y="669290"/>
                  </a:cubicBezTo>
                  <a:cubicBezTo>
                    <a:pt x="2076450" y="648970"/>
                    <a:pt x="2090420" y="618490"/>
                    <a:pt x="2109470" y="594360"/>
                  </a:cubicBezTo>
                  <a:cubicBezTo>
                    <a:pt x="2134870" y="560070"/>
                    <a:pt x="2192020" y="518160"/>
                    <a:pt x="2233930" y="495300"/>
                  </a:cubicBezTo>
                  <a:cubicBezTo>
                    <a:pt x="2266950" y="477520"/>
                    <a:pt x="2313940" y="459740"/>
                    <a:pt x="2335530" y="462280"/>
                  </a:cubicBezTo>
                  <a:cubicBezTo>
                    <a:pt x="2346960" y="463550"/>
                    <a:pt x="2354580" y="469900"/>
                    <a:pt x="2359660" y="477520"/>
                  </a:cubicBezTo>
                  <a:cubicBezTo>
                    <a:pt x="2366010" y="486410"/>
                    <a:pt x="2371090" y="500380"/>
                    <a:pt x="2366010" y="514350"/>
                  </a:cubicBezTo>
                  <a:cubicBezTo>
                    <a:pt x="2352040" y="546100"/>
                    <a:pt x="2235200" y="640080"/>
                    <a:pt x="2200910" y="638810"/>
                  </a:cubicBezTo>
                  <a:cubicBezTo>
                    <a:pt x="2184400" y="638810"/>
                    <a:pt x="2170430" y="621030"/>
                    <a:pt x="2165350" y="609600"/>
                  </a:cubicBezTo>
                  <a:cubicBezTo>
                    <a:pt x="2161540" y="600710"/>
                    <a:pt x="2164080" y="589280"/>
                    <a:pt x="2167890" y="580390"/>
                  </a:cubicBezTo>
                  <a:cubicBezTo>
                    <a:pt x="2171700" y="572770"/>
                    <a:pt x="2176780" y="568960"/>
                    <a:pt x="2188210" y="561340"/>
                  </a:cubicBezTo>
                  <a:cubicBezTo>
                    <a:pt x="2216150" y="542290"/>
                    <a:pt x="2319020" y="495300"/>
                    <a:pt x="2352040" y="492760"/>
                  </a:cubicBezTo>
                  <a:cubicBezTo>
                    <a:pt x="2364740" y="490220"/>
                    <a:pt x="2372360" y="491490"/>
                    <a:pt x="2379980" y="497840"/>
                  </a:cubicBezTo>
                  <a:cubicBezTo>
                    <a:pt x="2388870" y="502920"/>
                    <a:pt x="2399030" y="516890"/>
                    <a:pt x="2399030" y="529590"/>
                  </a:cubicBezTo>
                  <a:cubicBezTo>
                    <a:pt x="2397760" y="548640"/>
                    <a:pt x="2364740" y="589280"/>
                    <a:pt x="2345690" y="604520"/>
                  </a:cubicBezTo>
                  <a:cubicBezTo>
                    <a:pt x="2332990" y="615950"/>
                    <a:pt x="2320290" y="621030"/>
                    <a:pt x="2306320" y="624840"/>
                  </a:cubicBezTo>
                  <a:cubicBezTo>
                    <a:pt x="2294890" y="628650"/>
                    <a:pt x="2279650" y="631190"/>
                    <a:pt x="2269490" y="628650"/>
                  </a:cubicBezTo>
                  <a:cubicBezTo>
                    <a:pt x="2259330" y="627380"/>
                    <a:pt x="2250440" y="621030"/>
                    <a:pt x="2244090" y="613410"/>
                  </a:cubicBezTo>
                  <a:cubicBezTo>
                    <a:pt x="2239010" y="607060"/>
                    <a:pt x="2235200" y="595630"/>
                    <a:pt x="2236470" y="586740"/>
                  </a:cubicBezTo>
                  <a:cubicBezTo>
                    <a:pt x="2236470" y="577850"/>
                    <a:pt x="2239010" y="566420"/>
                    <a:pt x="2247900" y="560070"/>
                  </a:cubicBezTo>
                  <a:cubicBezTo>
                    <a:pt x="2264410" y="547370"/>
                    <a:pt x="2326640" y="534670"/>
                    <a:pt x="2346960" y="541020"/>
                  </a:cubicBezTo>
                  <a:cubicBezTo>
                    <a:pt x="2357120" y="543560"/>
                    <a:pt x="2364740" y="552450"/>
                    <a:pt x="2367280" y="561340"/>
                  </a:cubicBezTo>
                  <a:cubicBezTo>
                    <a:pt x="2371090" y="571500"/>
                    <a:pt x="2372360" y="586740"/>
                    <a:pt x="2364740" y="599440"/>
                  </a:cubicBezTo>
                  <a:cubicBezTo>
                    <a:pt x="2349500" y="626110"/>
                    <a:pt x="2264410" y="654050"/>
                    <a:pt x="2235200" y="681990"/>
                  </a:cubicBezTo>
                  <a:cubicBezTo>
                    <a:pt x="2216150" y="701040"/>
                    <a:pt x="2214880" y="721360"/>
                    <a:pt x="2198370" y="737870"/>
                  </a:cubicBezTo>
                  <a:cubicBezTo>
                    <a:pt x="2176780" y="760730"/>
                    <a:pt x="2133600" y="798830"/>
                    <a:pt x="2112010" y="798830"/>
                  </a:cubicBezTo>
                  <a:cubicBezTo>
                    <a:pt x="2099310" y="798830"/>
                    <a:pt x="2085340" y="788670"/>
                    <a:pt x="2080260" y="778510"/>
                  </a:cubicBezTo>
                  <a:cubicBezTo>
                    <a:pt x="2075180" y="769620"/>
                    <a:pt x="2071370" y="755650"/>
                    <a:pt x="2078990" y="741680"/>
                  </a:cubicBezTo>
                  <a:cubicBezTo>
                    <a:pt x="2098040" y="702310"/>
                    <a:pt x="2246630" y="617220"/>
                    <a:pt x="2307590" y="584200"/>
                  </a:cubicBezTo>
                  <a:cubicBezTo>
                    <a:pt x="2344420" y="563880"/>
                    <a:pt x="2379980" y="542290"/>
                    <a:pt x="2402840" y="543560"/>
                  </a:cubicBezTo>
                  <a:cubicBezTo>
                    <a:pt x="2418080" y="544830"/>
                    <a:pt x="2434590" y="554990"/>
                    <a:pt x="2438400" y="565150"/>
                  </a:cubicBezTo>
                  <a:cubicBezTo>
                    <a:pt x="2443480" y="575310"/>
                    <a:pt x="2440940" y="591820"/>
                    <a:pt x="2430780" y="605790"/>
                  </a:cubicBezTo>
                  <a:cubicBezTo>
                    <a:pt x="2413000" y="631190"/>
                    <a:pt x="2339340" y="675640"/>
                    <a:pt x="2305050" y="684530"/>
                  </a:cubicBezTo>
                  <a:cubicBezTo>
                    <a:pt x="2282190" y="689610"/>
                    <a:pt x="2258060" y="685800"/>
                    <a:pt x="2246630" y="678180"/>
                  </a:cubicBezTo>
                  <a:cubicBezTo>
                    <a:pt x="2239010" y="673100"/>
                    <a:pt x="2236470" y="661670"/>
                    <a:pt x="2236470" y="652780"/>
                  </a:cubicBezTo>
                  <a:cubicBezTo>
                    <a:pt x="2235200" y="645160"/>
                    <a:pt x="2236470" y="636270"/>
                    <a:pt x="2244090" y="627380"/>
                  </a:cubicBezTo>
                  <a:cubicBezTo>
                    <a:pt x="2266950" y="605790"/>
                    <a:pt x="2391410" y="553720"/>
                    <a:pt x="2421890" y="565150"/>
                  </a:cubicBezTo>
                  <a:cubicBezTo>
                    <a:pt x="2438400" y="570230"/>
                    <a:pt x="2448560" y="591820"/>
                    <a:pt x="2448560" y="607060"/>
                  </a:cubicBezTo>
                  <a:cubicBezTo>
                    <a:pt x="2447290" y="623570"/>
                    <a:pt x="2426970" y="646430"/>
                    <a:pt x="2410460" y="661670"/>
                  </a:cubicBezTo>
                  <a:cubicBezTo>
                    <a:pt x="2392680" y="676910"/>
                    <a:pt x="2362200" y="694690"/>
                    <a:pt x="2344420" y="694690"/>
                  </a:cubicBezTo>
                  <a:cubicBezTo>
                    <a:pt x="2330450" y="694690"/>
                    <a:pt x="2316480" y="687070"/>
                    <a:pt x="2310130" y="678180"/>
                  </a:cubicBezTo>
                  <a:cubicBezTo>
                    <a:pt x="2303780" y="669290"/>
                    <a:pt x="2299970" y="650240"/>
                    <a:pt x="2305050" y="640080"/>
                  </a:cubicBezTo>
                  <a:cubicBezTo>
                    <a:pt x="2311400" y="628650"/>
                    <a:pt x="2330450" y="619760"/>
                    <a:pt x="2349500" y="613410"/>
                  </a:cubicBezTo>
                  <a:cubicBezTo>
                    <a:pt x="2374900" y="604520"/>
                    <a:pt x="2419350" y="610870"/>
                    <a:pt x="2449830" y="600710"/>
                  </a:cubicBezTo>
                  <a:cubicBezTo>
                    <a:pt x="2477770" y="590550"/>
                    <a:pt x="2504440" y="560070"/>
                    <a:pt x="2524760" y="554990"/>
                  </a:cubicBezTo>
                  <a:cubicBezTo>
                    <a:pt x="2536190" y="552450"/>
                    <a:pt x="2546350" y="552450"/>
                    <a:pt x="2553970" y="557530"/>
                  </a:cubicBezTo>
                  <a:cubicBezTo>
                    <a:pt x="2564130" y="563880"/>
                    <a:pt x="2578100" y="584200"/>
                    <a:pt x="2576830" y="598170"/>
                  </a:cubicBezTo>
                  <a:cubicBezTo>
                    <a:pt x="2576830" y="614680"/>
                    <a:pt x="2562860" y="632460"/>
                    <a:pt x="2542540" y="651510"/>
                  </a:cubicBezTo>
                  <a:cubicBezTo>
                    <a:pt x="2499360" y="692150"/>
                    <a:pt x="2341880" y="759460"/>
                    <a:pt x="2293620" y="795020"/>
                  </a:cubicBezTo>
                  <a:cubicBezTo>
                    <a:pt x="2270760" y="811530"/>
                    <a:pt x="2264410" y="831850"/>
                    <a:pt x="2246630" y="836930"/>
                  </a:cubicBezTo>
                  <a:cubicBezTo>
                    <a:pt x="2232660" y="840740"/>
                    <a:pt x="2205990" y="838200"/>
                    <a:pt x="2198370" y="828040"/>
                  </a:cubicBezTo>
                  <a:cubicBezTo>
                    <a:pt x="2190750" y="819150"/>
                    <a:pt x="2194560" y="782320"/>
                    <a:pt x="2200910" y="779780"/>
                  </a:cubicBezTo>
                  <a:cubicBezTo>
                    <a:pt x="2209800" y="775970"/>
                    <a:pt x="2256790" y="824230"/>
                    <a:pt x="2255520" y="834390"/>
                  </a:cubicBezTo>
                  <a:cubicBezTo>
                    <a:pt x="2255520" y="838200"/>
                    <a:pt x="2246630" y="842010"/>
                    <a:pt x="2241550" y="843280"/>
                  </a:cubicBezTo>
                  <a:cubicBezTo>
                    <a:pt x="2233930" y="844550"/>
                    <a:pt x="2222500" y="845820"/>
                    <a:pt x="2214880" y="842010"/>
                  </a:cubicBezTo>
                  <a:cubicBezTo>
                    <a:pt x="2207260" y="836930"/>
                    <a:pt x="2195830" y="828040"/>
                    <a:pt x="2194560" y="815340"/>
                  </a:cubicBezTo>
                  <a:cubicBezTo>
                    <a:pt x="2189480" y="795020"/>
                    <a:pt x="2200910" y="759460"/>
                    <a:pt x="2219960" y="727710"/>
                  </a:cubicBezTo>
                  <a:cubicBezTo>
                    <a:pt x="2252980" y="669290"/>
                    <a:pt x="2399030" y="557530"/>
                    <a:pt x="2419350" y="519430"/>
                  </a:cubicBezTo>
                  <a:cubicBezTo>
                    <a:pt x="2425700" y="506730"/>
                    <a:pt x="2419350" y="497840"/>
                    <a:pt x="2424430" y="492760"/>
                  </a:cubicBezTo>
                  <a:cubicBezTo>
                    <a:pt x="2429510" y="486410"/>
                    <a:pt x="2442210" y="483870"/>
                    <a:pt x="2451100" y="483870"/>
                  </a:cubicBezTo>
                  <a:cubicBezTo>
                    <a:pt x="2459990" y="483870"/>
                    <a:pt x="2471420" y="487680"/>
                    <a:pt x="2476500" y="495300"/>
                  </a:cubicBezTo>
                  <a:cubicBezTo>
                    <a:pt x="2484120" y="504190"/>
                    <a:pt x="2493010" y="525780"/>
                    <a:pt x="2485390" y="538480"/>
                  </a:cubicBezTo>
                  <a:cubicBezTo>
                    <a:pt x="2470150" y="567690"/>
                    <a:pt x="2374900" y="589280"/>
                    <a:pt x="2310130" y="612140"/>
                  </a:cubicBezTo>
                  <a:cubicBezTo>
                    <a:pt x="2232660" y="638810"/>
                    <a:pt x="2094230" y="690880"/>
                    <a:pt x="2047240" y="685800"/>
                  </a:cubicBezTo>
                  <a:cubicBezTo>
                    <a:pt x="2029460" y="684530"/>
                    <a:pt x="2016760" y="676910"/>
                    <a:pt x="2011680" y="666750"/>
                  </a:cubicBezTo>
                  <a:cubicBezTo>
                    <a:pt x="2006600" y="657860"/>
                    <a:pt x="2004060" y="646430"/>
                    <a:pt x="2011680" y="633730"/>
                  </a:cubicBezTo>
                  <a:cubicBezTo>
                    <a:pt x="2034540" y="596900"/>
                    <a:pt x="2190750" y="529590"/>
                    <a:pt x="2277110" y="492760"/>
                  </a:cubicBezTo>
                  <a:cubicBezTo>
                    <a:pt x="2354580" y="459740"/>
                    <a:pt x="2468880" y="410210"/>
                    <a:pt x="2505710" y="419100"/>
                  </a:cubicBezTo>
                  <a:cubicBezTo>
                    <a:pt x="2520950" y="422910"/>
                    <a:pt x="2531110" y="436880"/>
                    <a:pt x="2532380" y="447040"/>
                  </a:cubicBezTo>
                  <a:cubicBezTo>
                    <a:pt x="2533650" y="457200"/>
                    <a:pt x="2528570" y="468630"/>
                    <a:pt x="2515870" y="481330"/>
                  </a:cubicBezTo>
                  <a:cubicBezTo>
                    <a:pt x="2479040" y="516890"/>
                    <a:pt x="2274570" y="601980"/>
                    <a:pt x="2226310" y="607060"/>
                  </a:cubicBezTo>
                  <a:cubicBezTo>
                    <a:pt x="2209800" y="609600"/>
                    <a:pt x="2200910" y="607060"/>
                    <a:pt x="2193290" y="600710"/>
                  </a:cubicBezTo>
                  <a:cubicBezTo>
                    <a:pt x="2185670" y="594360"/>
                    <a:pt x="2180590" y="580390"/>
                    <a:pt x="2180590" y="570230"/>
                  </a:cubicBezTo>
                  <a:cubicBezTo>
                    <a:pt x="2181860" y="561340"/>
                    <a:pt x="2188210" y="549910"/>
                    <a:pt x="2198370" y="542290"/>
                  </a:cubicBezTo>
                  <a:cubicBezTo>
                    <a:pt x="2211070" y="532130"/>
                    <a:pt x="2235200" y="528320"/>
                    <a:pt x="2260600" y="524510"/>
                  </a:cubicBezTo>
                  <a:cubicBezTo>
                    <a:pt x="2298700" y="518160"/>
                    <a:pt x="2379980" y="538480"/>
                    <a:pt x="2405380" y="520700"/>
                  </a:cubicBezTo>
                  <a:cubicBezTo>
                    <a:pt x="2421890" y="509270"/>
                    <a:pt x="2413000" y="478790"/>
                    <a:pt x="2426970" y="466090"/>
                  </a:cubicBezTo>
                  <a:cubicBezTo>
                    <a:pt x="2444750" y="450850"/>
                    <a:pt x="2493010" y="435610"/>
                    <a:pt x="2512060" y="443230"/>
                  </a:cubicBezTo>
                  <a:cubicBezTo>
                    <a:pt x="2524760" y="448310"/>
                    <a:pt x="2532380" y="463550"/>
                    <a:pt x="2537460" y="481330"/>
                  </a:cubicBezTo>
                  <a:cubicBezTo>
                    <a:pt x="2545080" y="511810"/>
                    <a:pt x="2547620" y="589280"/>
                    <a:pt x="2534920" y="613410"/>
                  </a:cubicBezTo>
                  <a:cubicBezTo>
                    <a:pt x="2527300" y="626110"/>
                    <a:pt x="2513330" y="633730"/>
                    <a:pt x="2503170" y="635000"/>
                  </a:cubicBezTo>
                  <a:cubicBezTo>
                    <a:pt x="2494280" y="637540"/>
                    <a:pt x="2482850" y="635000"/>
                    <a:pt x="2473960" y="628650"/>
                  </a:cubicBezTo>
                  <a:cubicBezTo>
                    <a:pt x="2461260" y="617220"/>
                    <a:pt x="2442210" y="575310"/>
                    <a:pt x="2442210" y="556260"/>
                  </a:cubicBezTo>
                  <a:cubicBezTo>
                    <a:pt x="2440940" y="544830"/>
                    <a:pt x="2444750" y="535940"/>
                    <a:pt x="2451100" y="528320"/>
                  </a:cubicBezTo>
                  <a:cubicBezTo>
                    <a:pt x="2457450" y="521970"/>
                    <a:pt x="2467610" y="515620"/>
                    <a:pt x="2476500" y="514350"/>
                  </a:cubicBezTo>
                  <a:cubicBezTo>
                    <a:pt x="2485390" y="511810"/>
                    <a:pt x="2498090" y="514350"/>
                    <a:pt x="2505710" y="519430"/>
                  </a:cubicBezTo>
                  <a:cubicBezTo>
                    <a:pt x="2513330" y="524510"/>
                    <a:pt x="2519680" y="530860"/>
                    <a:pt x="2523490" y="543560"/>
                  </a:cubicBezTo>
                  <a:cubicBezTo>
                    <a:pt x="2533650" y="572770"/>
                    <a:pt x="2532380" y="670560"/>
                    <a:pt x="2524760" y="704850"/>
                  </a:cubicBezTo>
                  <a:cubicBezTo>
                    <a:pt x="2520950" y="721360"/>
                    <a:pt x="2515870" y="732790"/>
                    <a:pt x="2505710" y="739140"/>
                  </a:cubicBezTo>
                  <a:cubicBezTo>
                    <a:pt x="2495550" y="745490"/>
                    <a:pt x="2468880" y="745490"/>
                    <a:pt x="2458720" y="739140"/>
                  </a:cubicBezTo>
                  <a:cubicBezTo>
                    <a:pt x="2448560" y="732790"/>
                    <a:pt x="2451100" y="716280"/>
                    <a:pt x="2439670" y="704850"/>
                  </a:cubicBezTo>
                  <a:cubicBezTo>
                    <a:pt x="2421890" y="683260"/>
                    <a:pt x="2377440" y="652780"/>
                    <a:pt x="2344420" y="635000"/>
                  </a:cubicBezTo>
                  <a:cubicBezTo>
                    <a:pt x="2313940" y="618490"/>
                    <a:pt x="2272030" y="612140"/>
                    <a:pt x="2251710" y="598170"/>
                  </a:cubicBezTo>
                  <a:cubicBezTo>
                    <a:pt x="2239010" y="589280"/>
                    <a:pt x="2239010" y="574040"/>
                    <a:pt x="2226310" y="568960"/>
                  </a:cubicBezTo>
                  <a:cubicBezTo>
                    <a:pt x="2204720" y="561340"/>
                    <a:pt x="2156460" y="568960"/>
                    <a:pt x="2128520" y="581660"/>
                  </a:cubicBezTo>
                  <a:cubicBezTo>
                    <a:pt x="2103120" y="593090"/>
                    <a:pt x="2084070" y="628650"/>
                    <a:pt x="2065020" y="636270"/>
                  </a:cubicBezTo>
                  <a:cubicBezTo>
                    <a:pt x="2054860" y="641350"/>
                    <a:pt x="2044700" y="642620"/>
                    <a:pt x="2035810" y="638810"/>
                  </a:cubicBezTo>
                  <a:cubicBezTo>
                    <a:pt x="2024380" y="633730"/>
                    <a:pt x="2006600" y="614680"/>
                    <a:pt x="2005330" y="600710"/>
                  </a:cubicBezTo>
                  <a:cubicBezTo>
                    <a:pt x="2005330" y="588010"/>
                    <a:pt x="2021840" y="560070"/>
                    <a:pt x="2029460" y="560070"/>
                  </a:cubicBezTo>
                  <a:cubicBezTo>
                    <a:pt x="2040890" y="560070"/>
                    <a:pt x="2070100" y="622300"/>
                    <a:pt x="2063750" y="632460"/>
                  </a:cubicBezTo>
                  <a:cubicBezTo>
                    <a:pt x="2058670" y="638810"/>
                    <a:pt x="2034540" y="636270"/>
                    <a:pt x="2024380" y="629920"/>
                  </a:cubicBezTo>
                  <a:cubicBezTo>
                    <a:pt x="2014220" y="624840"/>
                    <a:pt x="2004060" y="608330"/>
                    <a:pt x="2004060" y="596900"/>
                  </a:cubicBezTo>
                  <a:cubicBezTo>
                    <a:pt x="2002790" y="584200"/>
                    <a:pt x="2012950" y="567690"/>
                    <a:pt x="2028190" y="556260"/>
                  </a:cubicBezTo>
                  <a:cubicBezTo>
                    <a:pt x="2049780" y="538480"/>
                    <a:pt x="2117090" y="518160"/>
                    <a:pt x="2139950" y="521970"/>
                  </a:cubicBezTo>
                  <a:cubicBezTo>
                    <a:pt x="2152650" y="524510"/>
                    <a:pt x="2160270" y="532130"/>
                    <a:pt x="2164080" y="541020"/>
                  </a:cubicBezTo>
                  <a:cubicBezTo>
                    <a:pt x="2169160" y="549910"/>
                    <a:pt x="2172970" y="570230"/>
                    <a:pt x="2167890" y="579120"/>
                  </a:cubicBezTo>
                  <a:cubicBezTo>
                    <a:pt x="2160270" y="590550"/>
                    <a:pt x="2133600" y="589280"/>
                    <a:pt x="2118360" y="599440"/>
                  </a:cubicBezTo>
                  <a:cubicBezTo>
                    <a:pt x="2101850" y="610870"/>
                    <a:pt x="2090420" y="624840"/>
                    <a:pt x="2071370" y="643890"/>
                  </a:cubicBezTo>
                  <a:cubicBezTo>
                    <a:pt x="2042160" y="673100"/>
                    <a:pt x="1991360" y="717550"/>
                    <a:pt x="1960880" y="759460"/>
                  </a:cubicBezTo>
                  <a:cubicBezTo>
                    <a:pt x="1932940" y="798830"/>
                    <a:pt x="1921510" y="848360"/>
                    <a:pt x="1891030" y="885190"/>
                  </a:cubicBezTo>
                  <a:cubicBezTo>
                    <a:pt x="1860550" y="922020"/>
                    <a:pt x="1824990" y="947420"/>
                    <a:pt x="1781810" y="979170"/>
                  </a:cubicBezTo>
                  <a:cubicBezTo>
                    <a:pt x="1725930" y="1017270"/>
                    <a:pt x="1651000" y="1060450"/>
                    <a:pt x="1581150" y="1092200"/>
                  </a:cubicBezTo>
                  <a:cubicBezTo>
                    <a:pt x="1511300" y="1123950"/>
                    <a:pt x="1404620" y="1167130"/>
                    <a:pt x="1365250" y="1169670"/>
                  </a:cubicBezTo>
                  <a:cubicBezTo>
                    <a:pt x="1350010" y="1169670"/>
                    <a:pt x="1341120" y="1168400"/>
                    <a:pt x="1334770" y="1162050"/>
                  </a:cubicBezTo>
                  <a:cubicBezTo>
                    <a:pt x="1327150" y="1155700"/>
                    <a:pt x="1322070" y="1135380"/>
                    <a:pt x="1324610" y="1126490"/>
                  </a:cubicBezTo>
                  <a:cubicBezTo>
                    <a:pt x="1325880" y="1118870"/>
                    <a:pt x="1330960" y="1115060"/>
                    <a:pt x="1339850" y="1108710"/>
                  </a:cubicBezTo>
                  <a:cubicBezTo>
                    <a:pt x="1366520" y="1089660"/>
                    <a:pt x="1461770" y="1071880"/>
                    <a:pt x="1525270" y="1040130"/>
                  </a:cubicBezTo>
                  <a:cubicBezTo>
                    <a:pt x="1602740" y="1000760"/>
                    <a:pt x="1691640" y="942340"/>
                    <a:pt x="1769110" y="880110"/>
                  </a:cubicBezTo>
                  <a:cubicBezTo>
                    <a:pt x="1850390" y="815340"/>
                    <a:pt x="1955800" y="704850"/>
                    <a:pt x="2001520" y="656590"/>
                  </a:cubicBezTo>
                  <a:cubicBezTo>
                    <a:pt x="2020570" y="635000"/>
                    <a:pt x="2038350" y="621030"/>
                    <a:pt x="2042160" y="608330"/>
                  </a:cubicBezTo>
                  <a:cubicBezTo>
                    <a:pt x="2044700" y="600710"/>
                    <a:pt x="2037080" y="594360"/>
                    <a:pt x="2039620" y="589280"/>
                  </a:cubicBezTo>
                  <a:cubicBezTo>
                    <a:pt x="2042160" y="584200"/>
                    <a:pt x="2058670" y="576580"/>
                    <a:pt x="2067560" y="579120"/>
                  </a:cubicBezTo>
                  <a:cubicBezTo>
                    <a:pt x="2077720" y="581660"/>
                    <a:pt x="2095500" y="599440"/>
                    <a:pt x="2095500" y="610870"/>
                  </a:cubicBezTo>
                  <a:cubicBezTo>
                    <a:pt x="2096770" y="624840"/>
                    <a:pt x="2084070" y="637540"/>
                    <a:pt x="2068830" y="656590"/>
                  </a:cubicBezTo>
                  <a:cubicBezTo>
                    <a:pt x="2030730" y="702310"/>
                    <a:pt x="1926590" y="793750"/>
                    <a:pt x="1849120" y="861060"/>
                  </a:cubicBezTo>
                  <a:cubicBezTo>
                    <a:pt x="1767840" y="932180"/>
                    <a:pt x="1666240" y="1019810"/>
                    <a:pt x="1592580" y="1069340"/>
                  </a:cubicBezTo>
                  <a:cubicBezTo>
                    <a:pt x="1540510" y="1104900"/>
                    <a:pt x="1493520" y="1129030"/>
                    <a:pt x="1454150" y="1145540"/>
                  </a:cubicBezTo>
                  <a:cubicBezTo>
                    <a:pt x="1426210" y="1156970"/>
                    <a:pt x="1400810" y="1169670"/>
                    <a:pt x="1381760" y="1167130"/>
                  </a:cubicBezTo>
                  <a:cubicBezTo>
                    <a:pt x="1367790" y="1165860"/>
                    <a:pt x="1353820" y="1159510"/>
                    <a:pt x="1348740" y="1150620"/>
                  </a:cubicBezTo>
                  <a:cubicBezTo>
                    <a:pt x="1344930" y="1143000"/>
                    <a:pt x="1342390" y="1130300"/>
                    <a:pt x="1348740" y="1120140"/>
                  </a:cubicBezTo>
                  <a:cubicBezTo>
                    <a:pt x="1371600" y="1089660"/>
                    <a:pt x="1545590" y="1068070"/>
                    <a:pt x="1629410" y="1029970"/>
                  </a:cubicBezTo>
                  <a:cubicBezTo>
                    <a:pt x="1704340" y="995680"/>
                    <a:pt x="1795780" y="909320"/>
                    <a:pt x="1828800" y="906780"/>
                  </a:cubicBezTo>
                  <a:cubicBezTo>
                    <a:pt x="1838960" y="906780"/>
                    <a:pt x="1845310" y="911860"/>
                    <a:pt x="1850390" y="918210"/>
                  </a:cubicBezTo>
                  <a:cubicBezTo>
                    <a:pt x="1856740" y="924560"/>
                    <a:pt x="1860550" y="935990"/>
                    <a:pt x="1859280" y="948690"/>
                  </a:cubicBezTo>
                  <a:cubicBezTo>
                    <a:pt x="1855470" y="976630"/>
                    <a:pt x="1814830" y="1055370"/>
                    <a:pt x="1789430" y="1069340"/>
                  </a:cubicBezTo>
                  <a:cubicBezTo>
                    <a:pt x="1776730" y="1076960"/>
                    <a:pt x="1757680" y="1075690"/>
                    <a:pt x="1748790" y="1069340"/>
                  </a:cubicBezTo>
                  <a:cubicBezTo>
                    <a:pt x="1739900" y="1062990"/>
                    <a:pt x="1731010" y="1045210"/>
                    <a:pt x="1734820" y="1029970"/>
                  </a:cubicBezTo>
                  <a:cubicBezTo>
                    <a:pt x="1741170" y="1002030"/>
                    <a:pt x="1813560" y="929640"/>
                    <a:pt x="1841500" y="923290"/>
                  </a:cubicBezTo>
                  <a:cubicBezTo>
                    <a:pt x="1856740" y="920750"/>
                    <a:pt x="1874520" y="930910"/>
                    <a:pt x="1882140" y="939800"/>
                  </a:cubicBezTo>
                  <a:cubicBezTo>
                    <a:pt x="1888490" y="947420"/>
                    <a:pt x="1891030" y="961390"/>
                    <a:pt x="1885950" y="974090"/>
                  </a:cubicBezTo>
                  <a:cubicBezTo>
                    <a:pt x="1874520" y="1004570"/>
                    <a:pt x="1800860" y="1064260"/>
                    <a:pt x="1753870" y="1094740"/>
                  </a:cubicBezTo>
                  <a:cubicBezTo>
                    <a:pt x="1711960" y="1123950"/>
                    <a:pt x="1649730" y="1159510"/>
                    <a:pt x="1621790" y="1159510"/>
                  </a:cubicBezTo>
                  <a:cubicBezTo>
                    <a:pt x="1607820" y="1159510"/>
                    <a:pt x="1596390" y="1151890"/>
                    <a:pt x="1590040" y="1144270"/>
                  </a:cubicBezTo>
                  <a:cubicBezTo>
                    <a:pt x="1583690" y="1135380"/>
                    <a:pt x="1579880" y="1121410"/>
                    <a:pt x="1586230" y="1108710"/>
                  </a:cubicBezTo>
                  <a:cubicBezTo>
                    <a:pt x="1600200" y="1078230"/>
                    <a:pt x="1731010" y="1013460"/>
                    <a:pt x="1765300" y="1003300"/>
                  </a:cubicBezTo>
                  <a:cubicBezTo>
                    <a:pt x="1778000" y="999490"/>
                    <a:pt x="1784350" y="998220"/>
                    <a:pt x="1791970" y="1002030"/>
                  </a:cubicBezTo>
                  <a:cubicBezTo>
                    <a:pt x="1803400" y="1007110"/>
                    <a:pt x="1818640" y="1024890"/>
                    <a:pt x="1818640" y="1037590"/>
                  </a:cubicBezTo>
                  <a:cubicBezTo>
                    <a:pt x="1819910" y="1049020"/>
                    <a:pt x="1794510" y="1073150"/>
                    <a:pt x="1795780" y="1074420"/>
                  </a:cubicBezTo>
                  <a:cubicBezTo>
                    <a:pt x="1797050" y="1075690"/>
                    <a:pt x="1818640" y="1043940"/>
                    <a:pt x="1822450" y="1045210"/>
                  </a:cubicBezTo>
                  <a:cubicBezTo>
                    <a:pt x="1824990" y="1047750"/>
                    <a:pt x="1819910" y="1071880"/>
                    <a:pt x="1813560" y="1085850"/>
                  </a:cubicBezTo>
                  <a:cubicBezTo>
                    <a:pt x="1804670" y="1104900"/>
                    <a:pt x="1779270" y="1135380"/>
                    <a:pt x="1765300" y="1148080"/>
                  </a:cubicBezTo>
                  <a:cubicBezTo>
                    <a:pt x="1756410" y="1155700"/>
                    <a:pt x="1748790" y="1160780"/>
                    <a:pt x="1739900" y="1162050"/>
                  </a:cubicBezTo>
                  <a:cubicBezTo>
                    <a:pt x="1731010" y="1163320"/>
                    <a:pt x="1719580" y="1162050"/>
                    <a:pt x="1711960" y="1156970"/>
                  </a:cubicBezTo>
                  <a:cubicBezTo>
                    <a:pt x="1703070" y="1149350"/>
                    <a:pt x="1695450" y="1123950"/>
                    <a:pt x="1695450" y="1115060"/>
                  </a:cubicBezTo>
                  <a:cubicBezTo>
                    <a:pt x="1694180" y="1109980"/>
                    <a:pt x="1695450" y="1107440"/>
                    <a:pt x="1697990" y="1106170"/>
                  </a:cubicBezTo>
                  <a:cubicBezTo>
                    <a:pt x="1706880" y="1101090"/>
                    <a:pt x="1774190" y="1130300"/>
                    <a:pt x="1776730" y="1140460"/>
                  </a:cubicBezTo>
                  <a:cubicBezTo>
                    <a:pt x="1778000" y="1145540"/>
                    <a:pt x="1770380" y="1151890"/>
                    <a:pt x="1765300" y="1155700"/>
                  </a:cubicBezTo>
                  <a:cubicBezTo>
                    <a:pt x="1757680" y="1159510"/>
                    <a:pt x="1746250" y="1164590"/>
                    <a:pt x="1737360" y="1163320"/>
                  </a:cubicBezTo>
                  <a:cubicBezTo>
                    <a:pt x="1728470" y="1162050"/>
                    <a:pt x="1717040" y="1158240"/>
                    <a:pt x="1711960" y="1150620"/>
                  </a:cubicBezTo>
                  <a:cubicBezTo>
                    <a:pt x="1704340" y="1141730"/>
                    <a:pt x="1709420" y="1106170"/>
                    <a:pt x="1704340" y="1106170"/>
                  </a:cubicBezTo>
                  <a:cubicBezTo>
                    <a:pt x="1699260" y="1106170"/>
                    <a:pt x="1701800" y="1156970"/>
                    <a:pt x="1681480" y="1177290"/>
                  </a:cubicBezTo>
                  <a:cubicBezTo>
                    <a:pt x="1639570" y="1216660"/>
                    <a:pt x="1450340" y="1247140"/>
                    <a:pt x="1408430" y="1250950"/>
                  </a:cubicBezTo>
                  <a:cubicBezTo>
                    <a:pt x="1395730" y="1252220"/>
                    <a:pt x="1390650" y="1252220"/>
                    <a:pt x="1383030" y="1247140"/>
                  </a:cubicBezTo>
                  <a:cubicBezTo>
                    <a:pt x="1375410" y="1243330"/>
                    <a:pt x="1365250" y="1230630"/>
                    <a:pt x="1363980" y="1220470"/>
                  </a:cubicBezTo>
                  <a:cubicBezTo>
                    <a:pt x="1362710" y="1210310"/>
                    <a:pt x="1367790" y="1200150"/>
                    <a:pt x="1375410" y="1188720"/>
                  </a:cubicBezTo>
                  <a:cubicBezTo>
                    <a:pt x="1390650" y="1169670"/>
                    <a:pt x="1424940" y="1150620"/>
                    <a:pt x="1463040" y="1122680"/>
                  </a:cubicBezTo>
                  <a:cubicBezTo>
                    <a:pt x="1530350" y="1074420"/>
                    <a:pt x="1700530" y="939800"/>
                    <a:pt x="1748790" y="930910"/>
                  </a:cubicBezTo>
                  <a:cubicBezTo>
                    <a:pt x="1762760" y="928370"/>
                    <a:pt x="1771650" y="932180"/>
                    <a:pt x="1779270" y="938530"/>
                  </a:cubicBezTo>
                  <a:cubicBezTo>
                    <a:pt x="1785620" y="944880"/>
                    <a:pt x="1793240" y="957580"/>
                    <a:pt x="1790700" y="967740"/>
                  </a:cubicBezTo>
                  <a:cubicBezTo>
                    <a:pt x="1786890" y="981710"/>
                    <a:pt x="1765300" y="996950"/>
                    <a:pt x="1741170" y="1012190"/>
                  </a:cubicBezTo>
                  <a:cubicBezTo>
                    <a:pt x="1695450" y="1041400"/>
                    <a:pt x="1602740" y="1062990"/>
                    <a:pt x="1522730" y="1099820"/>
                  </a:cubicBezTo>
                  <a:cubicBezTo>
                    <a:pt x="1417320" y="1146810"/>
                    <a:pt x="1245870" y="1226820"/>
                    <a:pt x="1169670" y="1281430"/>
                  </a:cubicBezTo>
                  <a:cubicBezTo>
                    <a:pt x="1126490" y="1311910"/>
                    <a:pt x="1103630" y="1362710"/>
                    <a:pt x="1078230" y="1367790"/>
                  </a:cubicBezTo>
                  <a:cubicBezTo>
                    <a:pt x="1062990" y="1370330"/>
                    <a:pt x="1043940" y="1361440"/>
                    <a:pt x="1037590" y="1351280"/>
                  </a:cubicBezTo>
                  <a:cubicBezTo>
                    <a:pt x="1032510" y="1344930"/>
                    <a:pt x="1032510" y="1332230"/>
                    <a:pt x="1037590" y="1320800"/>
                  </a:cubicBezTo>
                  <a:cubicBezTo>
                    <a:pt x="1050290" y="1294130"/>
                    <a:pt x="1108710" y="1253490"/>
                    <a:pt x="1160780" y="1217930"/>
                  </a:cubicBezTo>
                  <a:cubicBezTo>
                    <a:pt x="1238250" y="1163320"/>
                    <a:pt x="1414780" y="1049020"/>
                    <a:pt x="1468120" y="1042670"/>
                  </a:cubicBezTo>
                  <a:cubicBezTo>
                    <a:pt x="1485900" y="1040130"/>
                    <a:pt x="1498600" y="1043940"/>
                    <a:pt x="1504950" y="1051560"/>
                  </a:cubicBezTo>
                  <a:cubicBezTo>
                    <a:pt x="1511300" y="1060450"/>
                    <a:pt x="1512570" y="1084580"/>
                    <a:pt x="1503680" y="1096010"/>
                  </a:cubicBezTo>
                  <a:cubicBezTo>
                    <a:pt x="1489710" y="1113790"/>
                    <a:pt x="1432560" y="1112520"/>
                    <a:pt x="1395730" y="1127760"/>
                  </a:cubicBezTo>
                  <a:cubicBezTo>
                    <a:pt x="1351280" y="1146810"/>
                    <a:pt x="1291590" y="1201420"/>
                    <a:pt x="1259840" y="1202690"/>
                  </a:cubicBezTo>
                  <a:cubicBezTo>
                    <a:pt x="1244600" y="1202690"/>
                    <a:pt x="1229360" y="1193800"/>
                    <a:pt x="1223010" y="1184910"/>
                  </a:cubicBezTo>
                  <a:cubicBezTo>
                    <a:pt x="1217930" y="1174750"/>
                    <a:pt x="1216660" y="1156970"/>
                    <a:pt x="1226820" y="1144270"/>
                  </a:cubicBezTo>
                  <a:cubicBezTo>
                    <a:pt x="1253490" y="1107440"/>
                    <a:pt x="1452880" y="1061720"/>
                    <a:pt x="1485900" y="1035050"/>
                  </a:cubicBezTo>
                  <a:cubicBezTo>
                    <a:pt x="1494790" y="1027430"/>
                    <a:pt x="1492250" y="1017270"/>
                    <a:pt x="1499870" y="1014730"/>
                  </a:cubicBezTo>
                  <a:cubicBezTo>
                    <a:pt x="1508760" y="1010920"/>
                    <a:pt x="1531620" y="1016000"/>
                    <a:pt x="1537970" y="1024890"/>
                  </a:cubicBezTo>
                  <a:cubicBezTo>
                    <a:pt x="1544320" y="1035050"/>
                    <a:pt x="1546860" y="1059180"/>
                    <a:pt x="1536700" y="1071880"/>
                  </a:cubicBezTo>
                  <a:cubicBezTo>
                    <a:pt x="1510030" y="1103630"/>
                    <a:pt x="1351280" y="1102360"/>
                    <a:pt x="1283970" y="1126490"/>
                  </a:cubicBezTo>
                  <a:cubicBezTo>
                    <a:pt x="1234440" y="1144270"/>
                    <a:pt x="1193800" y="1168400"/>
                    <a:pt x="1162050" y="1188720"/>
                  </a:cubicBezTo>
                  <a:cubicBezTo>
                    <a:pt x="1140460" y="1202690"/>
                    <a:pt x="1126490" y="1226820"/>
                    <a:pt x="1109980" y="1231900"/>
                  </a:cubicBezTo>
                  <a:cubicBezTo>
                    <a:pt x="1098550" y="1234440"/>
                    <a:pt x="1085850" y="1230630"/>
                    <a:pt x="1078230" y="1225550"/>
                  </a:cubicBezTo>
                  <a:cubicBezTo>
                    <a:pt x="1070610" y="1220470"/>
                    <a:pt x="1065530" y="1211580"/>
                    <a:pt x="1064260" y="1203960"/>
                  </a:cubicBezTo>
                  <a:cubicBezTo>
                    <a:pt x="1062990" y="1193800"/>
                    <a:pt x="1065530" y="1183640"/>
                    <a:pt x="1074420" y="1172210"/>
                  </a:cubicBezTo>
                  <a:cubicBezTo>
                    <a:pt x="1093470" y="1144270"/>
                    <a:pt x="1155700" y="1103630"/>
                    <a:pt x="1210310" y="1066800"/>
                  </a:cubicBezTo>
                  <a:cubicBezTo>
                    <a:pt x="1285240" y="1017270"/>
                    <a:pt x="1433830" y="910590"/>
                    <a:pt x="1484630" y="906780"/>
                  </a:cubicBezTo>
                  <a:cubicBezTo>
                    <a:pt x="1503680" y="905510"/>
                    <a:pt x="1520190" y="914400"/>
                    <a:pt x="1524000" y="924560"/>
                  </a:cubicBezTo>
                  <a:cubicBezTo>
                    <a:pt x="1529080" y="934720"/>
                    <a:pt x="1524000" y="952500"/>
                    <a:pt x="1511300" y="966470"/>
                  </a:cubicBezTo>
                  <a:cubicBezTo>
                    <a:pt x="1483360" y="998220"/>
                    <a:pt x="1356360" y="1018540"/>
                    <a:pt x="1290320" y="1059180"/>
                  </a:cubicBezTo>
                  <a:cubicBezTo>
                    <a:pt x="1224280" y="1101090"/>
                    <a:pt x="1150620" y="1202690"/>
                    <a:pt x="1112520" y="1215390"/>
                  </a:cubicBezTo>
                  <a:cubicBezTo>
                    <a:pt x="1098550" y="1219200"/>
                    <a:pt x="1087120" y="1216660"/>
                    <a:pt x="1079500" y="1211580"/>
                  </a:cubicBezTo>
                  <a:cubicBezTo>
                    <a:pt x="1070610" y="1206500"/>
                    <a:pt x="1061720" y="1193800"/>
                    <a:pt x="1062990" y="1182370"/>
                  </a:cubicBezTo>
                  <a:cubicBezTo>
                    <a:pt x="1064260" y="1162050"/>
                    <a:pt x="1094740" y="1127760"/>
                    <a:pt x="1116330" y="1103630"/>
                  </a:cubicBezTo>
                  <a:cubicBezTo>
                    <a:pt x="1137920" y="1080770"/>
                    <a:pt x="1155700" y="1069340"/>
                    <a:pt x="1189990" y="1043940"/>
                  </a:cubicBezTo>
                  <a:cubicBezTo>
                    <a:pt x="1264920" y="989330"/>
                    <a:pt x="1497330" y="817880"/>
                    <a:pt x="1558290" y="810260"/>
                  </a:cubicBezTo>
                  <a:cubicBezTo>
                    <a:pt x="1577340" y="808990"/>
                    <a:pt x="1592580" y="815340"/>
                    <a:pt x="1597660" y="825500"/>
                  </a:cubicBezTo>
                  <a:cubicBezTo>
                    <a:pt x="1602740" y="834390"/>
                    <a:pt x="1600200" y="850900"/>
                    <a:pt x="1588770" y="866140"/>
                  </a:cubicBezTo>
                  <a:cubicBezTo>
                    <a:pt x="1554480" y="911860"/>
                    <a:pt x="1369060" y="967740"/>
                    <a:pt x="1258570" y="1042670"/>
                  </a:cubicBezTo>
                  <a:cubicBezTo>
                    <a:pt x="1132840" y="1127760"/>
                    <a:pt x="969010" y="1296670"/>
                    <a:pt x="883920" y="1360170"/>
                  </a:cubicBezTo>
                  <a:cubicBezTo>
                    <a:pt x="842010" y="1391920"/>
                    <a:pt x="810260" y="1424940"/>
                    <a:pt x="786130" y="1424940"/>
                  </a:cubicBezTo>
                  <a:cubicBezTo>
                    <a:pt x="773430" y="1426210"/>
                    <a:pt x="759460" y="1416050"/>
                    <a:pt x="754380" y="1407160"/>
                  </a:cubicBezTo>
                  <a:cubicBezTo>
                    <a:pt x="750570" y="1398270"/>
                    <a:pt x="751840" y="1384300"/>
                    <a:pt x="759460" y="1371600"/>
                  </a:cubicBezTo>
                  <a:cubicBezTo>
                    <a:pt x="775970" y="1343660"/>
                    <a:pt x="840740" y="1313180"/>
                    <a:pt x="889000" y="1272540"/>
                  </a:cubicBezTo>
                  <a:cubicBezTo>
                    <a:pt x="955040" y="1215390"/>
                    <a:pt x="1059180" y="1101090"/>
                    <a:pt x="1115060" y="1056640"/>
                  </a:cubicBezTo>
                  <a:cubicBezTo>
                    <a:pt x="1144270" y="1033780"/>
                    <a:pt x="1167130" y="1009650"/>
                    <a:pt x="1186180" y="1009650"/>
                  </a:cubicBezTo>
                  <a:cubicBezTo>
                    <a:pt x="1198880" y="1009650"/>
                    <a:pt x="1212850" y="1021080"/>
                    <a:pt x="1217930" y="1029970"/>
                  </a:cubicBezTo>
                  <a:cubicBezTo>
                    <a:pt x="1221740" y="1038860"/>
                    <a:pt x="1220470" y="1051560"/>
                    <a:pt x="1214120" y="1060450"/>
                  </a:cubicBezTo>
                  <a:cubicBezTo>
                    <a:pt x="1205230" y="1073150"/>
                    <a:pt x="1176020" y="1075690"/>
                    <a:pt x="1158240" y="1089660"/>
                  </a:cubicBezTo>
                  <a:cubicBezTo>
                    <a:pt x="1137920" y="1107440"/>
                    <a:pt x="1126490" y="1143000"/>
                    <a:pt x="1104900" y="1160780"/>
                  </a:cubicBezTo>
                  <a:cubicBezTo>
                    <a:pt x="1084580" y="1178560"/>
                    <a:pt x="1060450" y="1179830"/>
                    <a:pt x="1035050" y="1196340"/>
                  </a:cubicBezTo>
                  <a:cubicBezTo>
                    <a:pt x="1003300" y="1219200"/>
                    <a:pt x="960120" y="1276350"/>
                    <a:pt x="933450" y="1289050"/>
                  </a:cubicBezTo>
                  <a:cubicBezTo>
                    <a:pt x="920750" y="1295400"/>
                    <a:pt x="910590" y="1296670"/>
                    <a:pt x="900430" y="1292860"/>
                  </a:cubicBezTo>
                  <a:cubicBezTo>
                    <a:pt x="891540" y="1290320"/>
                    <a:pt x="881380" y="1281430"/>
                    <a:pt x="878840" y="1268730"/>
                  </a:cubicBezTo>
                  <a:cubicBezTo>
                    <a:pt x="873760" y="1244600"/>
                    <a:pt x="897890" y="1191260"/>
                    <a:pt x="922020" y="1149350"/>
                  </a:cubicBezTo>
                  <a:cubicBezTo>
                    <a:pt x="957580" y="1089660"/>
                    <a:pt x="1045210" y="1022350"/>
                    <a:pt x="1093470" y="958850"/>
                  </a:cubicBezTo>
                  <a:cubicBezTo>
                    <a:pt x="1136650" y="902970"/>
                    <a:pt x="1167130" y="808990"/>
                    <a:pt x="1200150" y="788670"/>
                  </a:cubicBezTo>
                  <a:cubicBezTo>
                    <a:pt x="1215390" y="779780"/>
                    <a:pt x="1234440" y="777240"/>
                    <a:pt x="1243330" y="783590"/>
                  </a:cubicBezTo>
                  <a:cubicBezTo>
                    <a:pt x="1252220" y="789940"/>
                    <a:pt x="1257300" y="807720"/>
                    <a:pt x="1252220" y="826770"/>
                  </a:cubicBezTo>
                  <a:cubicBezTo>
                    <a:pt x="1236980" y="878840"/>
                    <a:pt x="1037590" y="1056640"/>
                    <a:pt x="989330" y="1079500"/>
                  </a:cubicBezTo>
                  <a:cubicBezTo>
                    <a:pt x="974090" y="1087120"/>
                    <a:pt x="965200" y="1087120"/>
                    <a:pt x="956310" y="1083310"/>
                  </a:cubicBezTo>
                  <a:cubicBezTo>
                    <a:pt x="946150" y="1080770"/>
                    <a:pt x="935990" y="1068070"/>
                    <a:pt x="933450" y="1059180"/>
                  </a:cubicBezTo>
                  <a:cubicBezTo>
                    <a:pt x="930910" y="1049020"/>
                    <a:pt x="934720" y="1037590"/>
                    <a:pt x="942340" y="1026160"/>
                  </a:cubicBezTo>
                  <a:cubicBezTo>
                    <a:pt x="955040" y="1004570"/>
                    <a:pt x="1003300" y="980440"/>
                    <a:pt x="1027430" y="952500"/>
                  </a:cubicBezTo>
                  <a:cubicBezTo>
                    <a:pt x="1051560" y="924560"/>
                    <a:pt x="1066800" y="886460"/>
                    <a:pt x="1089660" y="859790"/>
                  </a:cubicBezTo>
                  <a:cubicBezTo>
                    <a:pt x="1109980" y="835660"/>
                    <a:pt x="1134110" y="808990"/>
                    <a:pt x="1154430" y="800100"/>
                  </a:cubicBezTo>
                  <a:cubicBezTo>
                    <a:pt x="1165860" y="795020"/>
                    <a:pt x="1177290" y="793750"/>
                    <a:pt x="1187450" y="797560"/>
                  </a:cubicBezTo>
                  <a:cubicBezTo>
                    <a:pt x="1196340" y="801370"/>
                    <a:pt x="1206500" y="810260"/>
                    <a:pt x="1207770" y="822960"/>
                  </a:cubicBezTo>
                  <a:cubicBezTo>
                    <a:pt x="1211580" y="845820"/>
                    <a:pt x="1192530" y="889000"/>
                    <a:pt x="1168400" y="929640"/>
                  </a:cubicBezTo>
                  <a:cubicBezTo>
                    <a:pt x="1127760" y="998220"/>
                    <a:pt x="991870" y="1132840"/>
                    <a:pt x="948690" y="1176020"/>
                  </a:cubicBezTo>
                  <a:cubicBezTo>
                    <a:pt x="932180" y="1192530"/>
                    <a:pt x="927100" y="1200150"/>
                    <a:pt x="913130" y="1207770"/>
                  </a:cubicBezTo>
                  <a:cubicBezTo>
                    <a:pt x="897890" y="1216660"/>
                    <a:pt x="873760" y="1229360"/>
                    <a:pt x="861060" y="1225550"/>
                  </a:cubicBezTo>
                  <a:cubicBezTo>
                    <a:pt x="850900" y="1224280"/>
                    <a:pt x="840740" y="1214120"/>
                    <a:pt x="838200" y="1205230"/>
                  </a:cubicBezTo>
                  <a:cubicBezTo>
                    <a:pt x="835660" y="1195070"/>
                    <a:pt x="839470" y="1178560"/>
                    <a:pt x="848360" y="1168400"/>
                  </a:cubicBezTo>
                  <a:cubicBezTo>
                    <a:pt x="859790" y="1151890"/>
                    <a:pt x="887730" y="1149350"/>
                    <a:pt x="913130" y="1127760"/>
                  </a:cubicBezTo>
                  <a:cubicBezTo>
                    <a:pt x="966470" y="1084580"/>
                    <a:pt x="1078230" y="918210"/>
                    <a:pt x="1126490" y="901700"/>
                  </a:cubicBezTo>
                  <a:cubicBezTo>
                    <a:pt x="1144270" y="895350"/>
                    <a:pt x="1164590" y="899160"/>
                    <a:pt x="1172210" y="908050"/>
                  </a:cubicBezTo>
                  <a:cubicBezTo>
                    <a:pt x="1179830" y="916940"/>
                    <a:pt x="1178560" y="935990"/>
                    <a:pt x="1170940" y="953770"/>
                  </a:cubicBezTo>
                  <a:cubicBezTo>
                    <a:pt x="1151890" y="998220"/>
                    <a:pt x="1022350" y="1107440"/>
                    <a:pt x="979170" y="1140460"/>
                  </a:cubicBezTo>
                  <a:cubicBezTo>
                    <a:pt x="960120" y="1155700"/>
                    <a:pt x="948690" y="1164590"/>
                    <a:pt x="933450" y="1168400"/>
                  </a:cubicBezTo>
                  <a:cubicBezTo>
                    <a:pt x="919480" y="1169670"/>
                    <a:pt x="900430" y="1168400"/>
                    <a:pt x="892810" y="1160780"/>
                  </a:cubicBezTo>
                  <a:cubicBezTo>
                    <a:pt x="885190" y="1150620"/>
                    <a:pt x="883920" y="1131570"/>
                    <a:pt x="891540" y="1112520"/>
                  </a:cubicBezTo>
                  <a:cubicBezTo>
                    <a:pt x="906780" y="1068070"/>
                    <a:pt x="1023620" y="946150"/>
                    <a:pt x="1064260" y="922020"/>
                  </a:cubicBezTo>
                  <a:cubicBezTo>
                    <a:pt x="1080770" y="913130"/>
                    <a:pt x="1094740" y="909320"/>
                    <a:pt x="1106170" y="913130"/>
                  </a:cubicBezTo>
                  <a:cubicBezTo>
                    <a:pt x="1116330" y="916940"/>
                    <a:pt x="1126490" y="930910"/>
                    <a:pt x="1127760" y="939800"/>
                  </a:cubicBezTo>
                  <a:cubicBezTo>
                    <a:pt x="1130300" y="949960"/>
                    <a:pt x="1127760" y="962660"/>
                    <a:pt x="1118870" y="974090"/>
                  </a:cubicBezTo>
                  <a:cubicBezTo>
                    <a:pt x="1096010" y="1002030"/>
                    <a:pt x="994410" y="1032510"/>
                    <a:pt x="937260" y="1065530"/>
                  </a:cubicBezTo>
                  <a:cubicBezTo>
                    <a:pt x="883920" y="1097280"/>
                    <a:pt x="824230" y="1164590"/>
                    <a:pt x="788670" y="1169670"/>
                  </a:cubicBezTo>
                  <a:cubicBezTo>
                    <a:pt x="769620" y="1172210"/>
                    <a:pt x="749300" y="1164590"/>
                    <a:pt x="744220" y="1154430"/>
                  </a:cubicBezTo>
                  <a:cubicBezTo>
                    <a:pt x="737870" y="1144270"/>
                    <a:pt x="741680" y="1125220"/>
                    <a:pt x="753110" y="1108710"/>
                  </a:cubicBezTo>
                  <a:cubicBezTo>
                    <a:pt x="783590" y="1065530"/>
                    <a:pt x="967740" y="990600"/>
                    <a:pt x="1017270" y="944880"/>
                  </a:cubicBezTo>
                  <a:cubicBezTo>
                    <a:pt x="1042670" y="922020"/>
                    <a:pt x="1049020" y="891540"/>
                    <a:pt x="1065530" y="882650"/>
                  </a:cubicBezTo>
                  <a:cubicBezTo>
                    <a:pt x="1076960" y="877570"/>
                    <a:pt x="1089660" y="877570"/>
                    <a:pt x="1098550" y="881380"/>
                  </a:cubicBezTo>
                  <a:cubicBezTo>
                    <a:pt x="1107440" y="885190"/>
                    <a:pt x="1116330" y="897890"/>
                    <a:pt x="1118870" y="906780"/>
                  </a:cubicBezTo>
                  <a:cubicBezTo>
                    <a:pt x="1121410" y="915670"/>
                    <a:pt x="1120140" y="920750"/>
                    <a:pt x="1113790" y="932180"/>
                  </a:cubicBezTo>
                  <a:cubicBezTo>
                    <a:pt x="1098550" y="965200"/>
                    <a:pt x="1002030" y="1084580"/>
                    <a:pt x="962660" y="1102360"/>
                  </a:cubicBezTo>
                  <a:cubicBezTo>
                    <a:pt x="946150" y="1109980"/>
                    <a:pt x="930910" y="1108710"/>
                    <a:pt x="919480" y="1104900"/>
                  </a:cubicBezTo>
                  <a:cubicBezTo>
                    <a:pt x="911860" y="1101090"/>
                    <a:pt x="905510" y="1090930"/>
                    <a:pt x="904240" y="1083310"/>
                  </a:cubicBezTo>
                  <a:cubicBezTo>
                    <a:pt x="901700" y="1075690"/>
                    <a:pt x="900430" y="1059180"/>
                    <a:pt x="905510" y="1056640"/>
                  </a:cubicBezTo>
                  <a:cubicBezTo>
                    <a:pt x="915670" y="1050290"/>
                    <a:pt x="976630" y="1080770"/>
                    <a:pt x="977900" y="1090930"/>
                  </a:cubicBezTo>
                  <a:cubicBezTo>
                    <a:pt x="979170" y="1096010"/>
                    <a:pt x="972820" y="1102360"/>
                    <a:pt x="967740" y="1104900"/>
                  </a:cubicBezTo>
                  <a:cubicBezTo>
                    <a:pt x="957580" y="1109980"/>
                    <a:pt x="934720" y="1112520"/>
                    <a:pt x="924560" y="1107440"/>
                  </a:cubicBezTo>
                  <a:cubicBezTo>
                    <a:pt x="914400" y="1102360"/>
                    <a:pt x="906780" y="1089660"/>
                    <a:pt x="906780" y="1076960"/>
                  </a:cubicBezTo>
                  <a:cubicBezTo>
                    <a:pt x="906780" y="1056640"/>
                    <a:pt x="930910" y="1024890"/>
                    <a:pt x="952500" y="1000760"/>
                  </a:cubicBezTo>
                  <a:cubicBezTo>
                    <a:pt x="976630" y="970280"/>
                    <a:pt x="1026160" y="922020"/>
                    <a:pt x="1049020" y="911860"/>
                  </a:cubicBezTo>
                  <a:cubicBezTo>
                    <a:pt x="1060450" y="908050"/>
                    <a:pt x="1069340" y="909320"/>
                    <a:pt x="1076960" y="911860"/>
                  </a:cubicBezTo>
                  <a:cubicBezTo>
                    <a:pt x="1085850" y="916940"/>
                    <a:pt x="1098550" y="925830"/>
                    <a:pt x="1101090" y="939800"/>
                  </a:cubicBezTo>
                  <a:cubicBezTo>
                    <a:pt x="1104900" y="967740"/>
                    <a:pt x="1059180" y="1041400"/>
                    <a:pt x="1031240" y="1084580"/>
                  </a:cubicBezTo>
                  <a:cubicBezTo>
                    <a:pt x="1004570" y="1125220"/>
                    <a:pt x="967740" y="1182370"/>
                    <a:pt x="939800" y="1191260"/>
                  </a:cubicBezTo>
                  <a:cubicBezTo>
                    <a:pt x="923290" y="1196340"/>
                    <a:pt x="899160" y="1188720"/>
                    <a:pt x="892810" y="1177290"/>
                  </a:cubicBezTo>
                  <a:cubicBezTo>
                    <a:pt x="885190" y="1167130"/>
                    <a:pt x="890270" y="1141730"/>
                    <a:pt x="899160" y="1129030"/>
                  </a:cubicBezTo>
                  <a:cubicBezTo>
                    <a:pt x="911860" y="1112520"/>
                    <a:pt x="942340" y="1113790"/>
                    <a:pt x="970280" y="1097280"/>
                  </a:cubicBezTo>
                  <a:cubicBezTo>
                    <a:pt x="1021080" y="1064260"/>
                    <a:pt x="1120140" y="977900"/>
                    <a:pt x="1165860" y="933450"/>
                  </a:cubicBezTo>
                  <a:cubicBezTo>
                    <a:pt x="1192530" y="906780"/>
                    <a:pt x="1205230" y="880110"/>
                    <a:pt x="1225550" y="864870"/>
                  </a:cubicBezTo>
                  <a:cubicBezTo>
                    <a:pt x="1240790" y="853440"/>
                    <a:pt x="1259840" y="842010"/>
                    <a:pt x="1272540" y="843280"/>
                  </a:cubicBezTo>
                  <a:cubicBezTo>
                    <a:pt x="1282700" y="844550"/>
                    <a:pt x="1294130" y="854710"/>
                    <a:pt x="1297940" y="863600"/>
                  </a:cubicBezTo>
                  <a:cubicBezTo>
                    <a:pt x="1301750" y="872490"/>
                    <a:pt x="1301750" y="881380"/>
                    <a:pt x="1296670" y="896620"/>
                  </a:cubicBezTo>
                  <a:cubicBezTo>
                    <a:pt x="1275080" y="944880"/>
                    <a:pt x="1090930" y="1148080"/>
                    <a:pt x="1038860" y="1170940"/>
                  </a:cubicBezTo>
                  <a:cubicBezTo>
                    <a:pt x="1021080" y="1179830"/>
                    <a:pt x="1007110" y="1178560"/>
                    <a:pt x="998220" y="1173480"/>
                  </a:cubicBezTo>
                  <a:cubicBezTo>
                    <a:pt x="988060" y="1167130"/>
                    <a:pt x="979170" y="1149350"/>
                    <a:pt x="981710" y="1135380"/>
                  </a:cubicBezTo>
                  <a:cubicBezTo>
                    <a:pt x="985520" y="1116330"/>
                    <a:pt x="1023620" y="1094740"/>
                    <a:pt x="1042670" y="1070610"/>
                  </a:cubicBezTo>
                  <a:cubicBezTo>
                    <a:pt x="1061720" y="1045210"/>
                    <a:pt x="1074420" y="998220"/>
                    <a:pt x="1094740" y="982980"/>
                  </a:cubicBezTo>
                  <a:cubicBezTo>
                    <a:pt x="1109980" y="972820"/>
                    <a:pt x="1132840" y="966470"/>
                    <a:pt x="1143000" y="971550"/>
                  </a:cubicBezTo>
                  <a:cubicBezTo>
                    <a:pt x="1154430" y="977900"/>
                    <a:pt x="1165860" y="1013460"/>
                    <a:pt x="1160780" y="1018540"/>
                  </a:cubicBezTo>
                  <a:cubicBezTo>
                    <a:pt x="1154430" y="1024890"/>
                    <a:pt x="1090930" y="998220"/>
                    <a:pt x="1087120" y="988060"/>
                  </a:cubicBezTo>
                  <a:cubicBezTo>
                    <a:pt x="1085850" y="982980"/>
                    <a:pt x="1092200" y="976630"/>
                    <a:pt x="1097280" y="972820"/>
                  </a:cubicBezTo>
                  <a:cubicBezTo>
                    <a:pt x="1106170" y="967740"/>
                    <a:pt x="1130300" y="962660"/>
                    <a:pt x="1139190" y="967740"/>
                  </a:cubicBezTo>
                  <a:cubicBezTo>
                    <a:pt x="1150620" y="974090"/>
                    <a:pt x="1156970" y="1014730"/>
                    <a:pt x="1156970" y="1014730"/>
                  </a:cubicBezTo>
                  <a:cubicBezTo>
                    <a:pt x="1156970" y="1014730"/>
                    <a:pt x="1129030" y="974090"/>
                    <a:pt x="1132840" y="956310"/>
                  </a:cubicBezTo>
                  <a:cubicBezTo>
                    <a:pt x="1136650" y="935990"/>
                    <a:pt x="1160780" y="923290"/>
                    <a:pt x="1188720" y="897890"/>
                  </a:cubicBezTo>
                  <a:cubicBezTo>
                    <a:pt x="1249680" y="843280"/>
                    <a:pt x="1441450" y="698500"/>
                    <a:pt x="1508760" y="656590"/>
                  </a:cubicBezTo>
                  <a:cubicBezTo>
                    <a:pt x="1536700" y="640080"/>
                    <a:pt x="1555750" y="627380"/>
                    <a:pt x="1573530" y="624840"/>
                  </a:cubicBezTo>
                  <a:cubicBezTo>
                    <a:pt x="1584960" y="623570"/>
                    <a:pt x="1596390" y="624840"/>
                    <a:pt x="1602740" y="631190"/>
                  </a:cubicBezTo>
                  <a:cubicBezTo>
                    <a:pt x="1610360" y="637540"/>
                    <a:pt x="1615440" y="652780"/>
                    <a:pt x="1612900" y="666750"/>
                  </a:cubicBezTo>
                  <a:cubicBezTo>
                    <a:pt x="1607820" y="692150"/>
                    <a:pt x="1574800" y="727710"/>
                    <a:pt x="1540510" y="764540"/>
                  </a:cubicBezTo>
                  <a:cubicBezTo>
                    <a:pt x="1480820" y="825500"/>
                    <a:pt x="1341120" y="914400"/>
                    <a:pt x="1273810" y="977900"/>
                  </a:cubicBezTo>
                  <a:cubicBezTo>
                    <a:pt x="1228090" y="1021080"/>
                    <a:pt x="1192530" y="1093470"/>
                    <a:pt x="1165860" y="1094740"/>
                  </a:cubicBezTo>
                  <a:cubicBezTo>
                    <a:pt x="1151890" y="1094740"/>
                    <a:pt x="1129030" y="1076960"/>
                    <a:pt x="1130300" y="1061720"/>
                  </a:cubicBezTo>
                  <a:cubicBezTo>
                    <a:pt x="1136650" y="1012190"/>
                    <a:pt x="1578610" y="791210"/>
                    <a:pt x="1657350" y="779780"/>
                  </a:cubicBezTo>
                  <a:cubicBezTo>
                    <a:pt x="1678940" y="777240"/>
                    <a:pt x="1692910" y="781050"/>
                    <a:pt x="1699260" y="788670"/>
                  </a:cubicBezTo>
                  <a:cubicBezTo>
                    <a:pt x="1705610" y="797560"/>
                    <a:pt x="1705610" y="814070"/>
                    <a:pt x="1700530" y="826770"/>
                  </a:cubicBezTo>
                  <a:cubicBezTo>
                    <a:pt x="1691640" y="844550"/>
                    <a:pt x="1666240" y="858520"/>
                    <a:pt x="1635760" y="878840"/>
                  </a:cubicBezTo>
                  <a:cubicBezTo>
                    <a:pt x="1573530" y="918210"/>
                    <a:pt x="1418590" y="976630"/>
                    <a:pt x="1338580" y="1028700"/>
                  </a:cubicBezTo>
                  <a:cubicBezTo>
                    <a:pt x="1277620" y="1069340"/>
                    <a:pt x="1226820" y="1146810"/>
                    <a:pt x="1189990" y="1155700"/>
                  </a:cubicBezTo>
                  <a:cubicBezTo>
                    <a:pt x="1173480" y="1160780"/>
                    <a:pt x="1154430" y="1155700"/>
                    <a:pt x="1148080" y="1146810"/>
                  </a:cubicBezTo>
                  <a:cubicBezTo>
                    <a:pt x="1143000" y="1139190"/>
                    <a:pt x="1141730" y="1121410"/>
                    <a:pt x="1151890" y="1104900"/>
                  </a:cubicBezTo>
                  <a:cubicBezTo>
                    <a:pt x="1187450" y="1046480"/>
                    <a:pt x="1504950" y="834390"/>
                    <a:pt x="1569720" y="829310"/>
                  </a:cubicBezTo>
                  <a:cubicBezTo>
                    <a:pt x="1588770" y="828040"/>
                    <a:pt x="1604010" y="838200"/>
                    <a:pt x="1607820" y="848360"/>
                  </a:cubicBezTo>
                  <a:cubicBezTo>
                    <a:pt x="1612900" y="857250"/>
                    <a:pt x="1607820" y="872490"/>
                    <a:pt x="1601470" y="883920"/>
                  </a:cubicBezTo>
                  <a:cubicBezTo>
                    <a:pt x="1592580" y="899160"/>
                    <a:pt x="1573530" y="911860"/>
                    <a:pt x="1553210" y="925830"/>
                  </a:cubicBezTo>
                  <a:cubicBezTo>
                    <a:pt x="1522730" y="947420"/>
                    <a:pt x="1468120" y="967740"/>
                    <a:pt x="1432560" y="991870"/>
                  </a:cubicBezTo>
                  <a:cubicBezTo>
                    <a:pt x="1402080" y="1013460"/>
                    <a:pt x="1375410" y="1054100"/>
                    <a:pt x="1352550" y="1062990"/>
                  </a:cubicBezTo>
                  <a:cubicBezTo>
                    <a:pt x="1341120" y="1066800"/>
                    <a:pt x="1329690" y="1066800"/>
                    <a:pt x="1320800" y="1062990"/>
                  </a:cubicBezTo>
                  <a:cubicBezTo>
                    <a:pt x="1313180" y="1057910"/>
                    <a:pt x="1304290" y="1045210"/>
                    <a:pt x="1303020" y="1036320"/>
                  </a:cubicBezTo>
                  <a:cubicBezTo>
                    <a:pt x="1301750" y="1026160"/>
                    <a:pt x="1308100" y="1016000"/>
                    <a:pt x="1314450" y="1005840"/>
                  </a:cubicBezTo>
                  <a:cubicBezTo>
                    <a:pt x="1320800" y="995680"/>
                    <a:pt x="1329690" y="986790"/>
                    <a:pt x="1342390" y="979170"/>
                  </a:cubicBezTo>
                  <a:cubicBezTo>
                    <a:pt x="1360170" y="966470"/>
                    <a:pt x="1388110" y="961390"/>
                    <a:pt x="1421130" y="951230"/>
                  </a:cubicBezTo>
                  <a:cubicBezTo>
                    <a:pt x="1473200" y="933450"/>
                    <a:pt x="1590040" y="889000"/>
                    <a:pt x="1626870" y="891540"/>
                  </a:cubicBezTo>
                  <a:cubicBezTo>
                    <a:pt x="1640840" y="892810"/>
                    <a:pt x="1649730" y="897890"/>
                    <a:pt x="1656080" y="904240"/>
                  </a:cubicBezTo>
                  <a:cubicBezTo>
                    <a:pt x="1661160" y="910590"/>
                    <a:pt x="1663700" y="919480"/>
                    <a:pt x="1662430" y="927100"/>
                  </a:cubicBezTo>
                  <a:cubicBezTo>
                    <a:pt x="1661160" y="935990"/>
                    <a:pt x="1657350" y="946150"/>
                    <a:pt x="1645920" y="953770"/>
                  </a:cubicBezTo>
                  <a:cubicBezTo>
                    <a:pt x="1620520" y="972820"/>
                    <a:pt x="1522730" y="976630"/>
                    <a:pt x="1483360" y="995680"/>
                  </a:cubicBezTo>
                  <a:cubicBezTo>
                    <a:pt x="1456690" y="1009650"/>
                    <a:pt x="1441450" y="1042670"/>
                    <a:pt x="1423670" y="1043940"/>
                  </a:cubicBezTo>
                  <a:cubicBezTo>
                    <a:pt x="1409700" y="1045210"/>
                    <a:pt x="1386840" y="1029970"/>
                    <a:pt x="1383030" y="1018540"/>
                  </a:cubicBezTo>
                  <a:cubicBezTo>
                    <a:pt x="1379220" y="1008380"/>
                    <a:pt x="1383030" y="993140"/>
                    <a:pt x="1395730" y="980440"/>
                  </a:cubicBezTo>
                  <a:cubicBezTo>
                    <a:pt x="1435100" y="941070"/>
                    <a:pt x="1687830" y="853440"/>
                    <a:pt x="1742440" y="858520"/>
                  </a:cubicBezTo>
                  <a:cubicBezTo>
                    <a:pt x="1760220" y="859790"/>
                    <a:pt x="1771650" y="867410"/>
                    <a:pt x="1776730" y="877570"/>
                  </a:cubicBezTo>
                  <a:cubicBezTo>
                    <a:pt x="1780540" y="886460"/>
                    <a:pt x="1780540" y="904240"/>
                    <a:pt x="1770380" y="915670"/>
                  </a:cubicBezTo>
                  <a:cubicBezTo>
                    <a:pt x="1751330" y="938530"/>
                    <a:pt x="1681480" y="942340"/>
                    <a:pt x="1625600" y="969010"/>
                  </a:cubicBezTo>
                  <a:cubicBezTo>
                    <a:pt x="1539240" y="1009650"/>
                    <a:pt x="1356360" y="1155700"/>
                    <a:pt x="1308100" y="1156970"/>
                  </a:cubicBezTo>
                  <a:cubicBezTo>
                    <a:pt x="1292860" y="1156970"/>
                    <a:pt x="1283970" y="1149350"/>
                    <a:pt x="1278890" y="1141730"/>
                  </a:cubicBezTo>
                  <a:cubicBezTo>
                    <a:pt x="1273810" y="1132840"/>
                    <a:pt x="1272540" y="1115060"/>
                    <a:pt x="1278890" y="1102360"/>
                  </a:cubicBezTo>
                  <a:cubicBezTo>
                    <a:pt x="1290320" y="1080770"/>
                    <a:pt x="1329690" y="1065530"/>
                    <a:pt x="1370330" y="1041400"/>
                  </a:cubicBezTo>
                  <a:cubicBezTo>
                    <a:pt x="1442720" y="999490"/>
                    <a:pt x="1628140" y="887730"/>
                    <a:pt x="1680210" y="886460"/>
                  </a:cubicBezTo>
                  <a:cubicBezTo>
                    <a:pt x="1696720" y="885190"/>
                    <a:pt x="1709420" y="891540"/>
                    <a:pt x="1714500" y="900430"/>
                  </a:cubicBezTo>
                  <a:cubicBezTo>
                    <a:pt x="1719580" y="910590"/>
                    <a:pt x="1718310" y="929640"/>
                    <a:pt x="1708150" y="943610"/>
                  </a:cubicBezTo>
                  <a:cubicBezTo>
                    <a:pt x="1685290" y="971550"/>
                    <a:pt x="1560830" y="1016000"/>
                    <a:pt x="1532890" y="1012190"/>
                  </a:cubicBezTo>
                  <a:cubicBezTo>
                    <a:pt x="1521460" y="1010920"/>
                    <a:pt x="1516380" y="1004570"/>
                    <a:pt x="1512570" y="996950"/>
                  </a:cubicBezTo>
                  <a:cubicBezTo>
                    <a:pt x="1508760" y="989330"/>
                    <a:pt x="1504950" y="975360"/>
                    <a:pt x="1510030" y="965200"/>
                  </a:cubicBezTo>
                  <a:cubicBezTo>
                    <a:pt x="1518920" y="947420"/>
                    <a:pt x="1553210" y="928370"/>
                    <a:pt x="1582420" y="915670"/>
                  </a:cubicBezTo>
                  <a:cubicBezTo>
                    <a:pt x="1617980" y="901700"/>
                    <a:pt x="1687830" y="880110"/>
                    <a:pt x="1710690" y="890270"/>
                  </a:cubicBezTo>
                  <a:cubicBezTo>
                    <a:pt x="1724660" y="895350"/>
                    <a:pt x="1733550" y="914400"/>
                    <a:pt x="1733550" y="924560"/>
                  </a:cubicBezTo>
                  <a:cubicBezTo>
                    <a:pt x="1733550" y="934720"/>
                    <a:pt x="1727200" y="946150"/>
                    <a:pt x="1717040" y="955040"/>
                  </a:cubicBezTo>
                  <a:cubicBezTo>
                    <a:pt x="1696720" y="969010"/>
                    <a:pt x="1643380" y="960120"/>
                    <a:pt x="1598930" y="976630"/>
                  </a:cubicBezTo>
                  <a:cubicBezTo>
                    <a:pt x="1532890" y="1002030"/>
                    <a:pt x="1424940" y="1074420"/>
                    <a:pt x="1363980" y="1117600"/>
                  </a:cubicBezTo>
                  <a:cubicBezTo>
                    <a:pt x="1320800" y="1149350"/>
                    <a:pt x="1295400" y="1186180"/>
                    <a:pt x="1262380" y="1206500"/>
                  </a:cubicBezTo>
                  <a:cubicBezTo>
                    <a:pt x="1235710" y="1221740"/>
                    <a:pt x="1203960" y="1238250"/>
                    <a:pt x="1183640" y="1238250"/>
                  </a:cubicBezTo>
                  <a:cubicBezTo>
                    <a:pt x="1170940" y="1238250"/>
                    <a:pt x="1159510" y="1230630"/>
                    <a:pt x="1153160" y="1224280"/>
                  </a:cubicBezTo>
                  <a:cubicBezTo>
                    <a:pt x="1148080" y="1217930"/>
                    <a:pt x="1145540" y="1210310"/>
                    <a:pt x="1145540" y="1202690"/>
                  </a:cubicBezTo>
                  <a:cubicBezTo>
                    <a:pt x="1146810" y="1192530"/>
                    <a:pt x="1153160" y="1177290"/>
                    <a:pt x="1162050" y="1172210"/>
                  </a:cubicBezTo>
                  <a:cubicBezTo>
                    <a:pt x="1169670" y="1167130"/>
                    <a:pt x="1186180" y="1165860"/>
                    <a:pt x="1195070" y="1168400"/>
                  </a:cubicBezTo>
                  <a:cubicBezTo>
                    <a:pt x="1202690" y="1170940"/>
                    <a:pt x="1209040" y="1176020"/>
                    <a:pt x="1212850" y="1183640"/>
                  </a:cubicBezTo>
                  <a:cubicBezTo>
                    <a:pt x="1216660" y="1191260"/>
                    <a:pt x="1217930" y="1207770"/>
                    <a:pt x="1214120" y="1216660"/>
                  </a:cubicBezTo>
                  <a:cubicBezTo>
                    <a:pt x="1211580" y="1224280"/>
                    <a:pt x="1206500" y="1230630"/>
                    <a:pt x="1198880" y="1234440"/>
                  </a:cubicBezTo>
                  <a:cubicBezTo>
                    <a:pt x="1189990" y="1236980"/>
                    <a:pt x="1173480" y="1236980"/>
                    <a:pt x="1164590" y="1234440"/>
                  </a:cubicBezTo>
                  <a:cubicBezTo>
                    <a:pt x="1158240" y="1230630"/>
                    <a:pt x="1151890" y="1224280"/>
                    <a:pt x="1149350" y="1216660"/>
                  </a:cubicBezTo>
                  <a:cubicBezTo>
                    <a:pt x="1146810" y="1206500"/>
                    <a:pt x="1149350" y="1184910"/>
                    <a:pt x="1158240" y="1174750"/>
                  </a:cubicBezTo>
                  <a:cubicBezTo>
                    <a:pt x="1169670" y="1162050"/>
                    <a:pt x="1195070" y="1164590"/>
                    <a:pt x="1216660" y="1151890"/>
                  </a:cubicBezTo>
                  <a:cubicBezTo>
                    <a:pt x="1249680" y="1132840"/>
                    <a:pt x="1300480" y="1066800"/>
                    <a:pt x="1329690" y="1056640"/>
                  </a:cubicBezTo>
                  <a:cubicBezTo>
                    <a:pt x="1344930" y="1050290"/>
                    <a:pt x="1355090" y="1061720"/>
                    <a:pt x="1367790" y="1056640"/>
                  </a:cubicBezTo>
                  <a:cubicBezTo>
                    <a:pt x="1386840" y="1049020"/>
                    <a:pt x="1399540" y="1018540"/>
                    <a:pt x="1424940" y="999490"/>
                  </a:cubicBezTo>
                  <a:cubicBezTo>
                    <a:pt x="1463040" y="970280"/>
                    <a:pt x="1526540" y="925830"/>
                    <a:pt x="1577340" y="906780"/>
                  </a:cubicBezTo>
                  <a:cubicBezTo>
                    <a:pt x="1619250" y="891540"/>
                    <a:pt x="1676400" y="881380"/>
                    <a:pt x="1703070" y="887730"/>
                  </a:cubicBezTo>
                  <a:cubicBezTo>
                    <a:pt x="1715770" y="891540"/>
                    <a:pt x="1725930" y="899160"/>
                    <a:pt x="1729740" y="908050"/>
                  </a:cubicBezTo>
                  <a:cubicBezTo>
                    <a:pt x="1733550" y="918210"/>
                    <a:pt x="1733550" y="935990"/>
                    <a:pt x="1723390" y="948690"/>
                  </a:cubicBezTo>
                  <a:cubicBezTo>
                    <a:pt x="1701800" y="975360"/>
                    <a:pt x="1581150" y="1009650"/>
                    <a:pt x="1549400" y="1012190"/>
                  </a:cubicBezTo>
                  <a:cubicBezTo>
                    <a:pt x="1537970" y="1013460"/>
                    <a:pt x="1531620" y="1012190"/>
                    <a:pt x="1525270" y="1008380"/>
                  </a:cubicBezTo>
                  <a:cubicBezTo>
                    <a:pt x="1517650" y="1004570"/>
                    <a:pt x="1511300" y="996950"/>
                    <a:pt x="1508760" y="989330"/>
                  </a:cubicBezTo>
                  <a:cubicBezTo>
                    <a:pt x="1506220" y="980440"/>
                    <a:pt x="1506220" y="967740"/>
                    <a:pt x="1513840" y="957580"/>
                  </a:cubicBezTo>
                  <a:cubicBezTo>
                    <a:pt x="1529080" y="937260"/>
                    <a:pt x="1591310" y="906780"/>
                    <a:pt x="1626870" y="896620"/>
                  </a:cubicBezTo>
                  <a:cubicBezTo>
                    <a:pt x="1653540" y="889000"/>
                    <a:pt x="1687830" y="882650"/>
                    <a:pt x="1703070" y="890270"/>
                  </a:cubicBezTo>
                  <a:cubicBezTo>
                    <a:pt x="1711960" y="894080"/>
                    <a:pt x="1718310" y="906780"/>
                    <a:pt x="1719580" y="915670"/>
                  </a:cubicBezTo>
                  <a:cubicBezTo>
                    <a:pt x="1719580" y="924560"/>
                    <a:pt x="1718310" y="932180"/>
                    <a:pt x="1708150" y="943610"/>
                  </a:cubicBezTo>
                  <a:cubicBezTo>
                    <a:pt x="1668780" y="986790"/>
                    <a:pt x="1366520" y="1159510"/>
                    <a:pt x="1308100" y="1156970"/>
                  </a:cubicBezTo>
                  <a:cubicBezTo>
                    <a:pt x="1290320" y="1155700"/>
                    <a:pt x="1278890" y="1144270"/>
                    <a:pt x="1275080" y="1134110"/>
                  </a:cubicBezTo>
                  <a:cubicBezTo>
                    <a:pt x="1271270" y="1123950"/>
                    <a:pt x="1273810" y="1111250"/>
                    <a:pt x="1285240" y="1096010"/>
                  </a:cubicBezTo>
                  <a:cubicBezTo>
                    <a:pt x="1318260" y="1051560"/>
                    <a:pt x="1515110" y="948690"/>
                    <a:pt x="1601470" y="908050"/>
                  </a:cubicBezTo>
                  <a:cubicBezTo>
                    <a:pt x="1656080" y="882650"/>
                    <a:pt x="1713230" y="857250"/>
                    <a:pt x="1742440" y="858520"/>
                  </a:cubicBezTo>
                  <a:cubicBezTo>
                    <a:pt x="1756410" y="858520"/>
                    <a:pt x="1766570" y="862330"/>
                    <a:pt x="1771650" y="869950"/>
                  </a:cubicBezTo>
                  <a:cubicBezTo>
                    <a:pt x="1778000" y="878840"/>
                    <a:pt x="1783080" y="895350"/>
                    <a:pt x="1775460" y="909320"/>
                  </a:cubicBezTo>
                  <a:cubicBezTo>
                    <a:pt x="1750060" y="949960"/>
                    <a:pt x="1480820" y="1046480"/>
                    <a:pt x="1423670" y="1043940"/>
                  </a:cubicBezTo>
                  <a:cubicBezTo>
                    <a:pt x="1404620" y="1042670"/>
                    <a:pt x="1391920" y="1036320"/>
                    <a:pt x="1386840" y="1026160"/>
                  </a:cubicBezTo>
                  <a:cubicBezTo>
                    <a:pt x="1380490" y="1016000"/>
                    <a:pt x="1383030" y="993140"/>
                    <a:pt x="1393190" y="979170"/>
                  </a:cubicBezTo>
                  <a:cubicBezTo>
                    <a:pt x="1409700" y="956310"/>
                    <a:pt x="1465580" y="937260"/>
                    <a:pt x="1504950" y="923290"/>
                  </a:cubicBezTo>
                  <a:cubicBezTo>
                    <a:pt x="1545590" y="908050"/>
                    <a:pt x="1609090" y="883920"/>
                    <a:pt x="1635760" y="891540"/>
                  </a:cubicBezTo>
                  <a:cubicBezTo>
                    <a:pt x="1649730" y="895350"/>
                    <a:pt x="1659890" y="909320"/>
                    <a:pt x="1662430" y="919480"/>
                  </a:cubicBezTo>
                  <a:cubicBezTo>
                    <a:pt x="1663700" y="929640"/>
                    <a:pt x="1658620" y="943610"/>
                    <a:pt x="1645920" y="953770"/>
                  </a:cubicBezTo>
                  <a:cubicBezTo>
                    <a:pt x="1612900" y="982980"/>
                    <a:pt x="1432560" y="1003300"/>
                    <a:pt x="1388110" y="1028700"/>
                  </a:cubicBezTo>
                  <a:cubicBezTo>
                    <a:pt x="1369060" y="1040130"/>
                    <a:pt x="1365250" y="1057910"/>
                    <a:pt x="1352550" y="1062990"/>
                  </a:cubicBezTo>
                  <a:cubicBezTo>
                    <a:pt x="1343660" y="1066800"/>
                    <a:pt x="1329690" y="1066800"/>
                    <a:pt x="1320800" y="1062990"/>
                  </a:cubicBezTo>
                  <a:cubicBezTo>
                    <a:pt x="1313180" y="1057910"/>
                    <a:pt x="1304290" y="1045210"/>
                    <a:pt x="1303020" y="1036320"/>
                  </a:cubicBezTo>
                  <a:cubicBezTo>
                    <a:pt x="1301750" y="1026160"/>
                    <a:pt x="1304290" y="1018540"/>
                    <a:pt x="1314450" y="1005840"/>
                  </a:cubicBezTo>
                  <a:cubicBezTo>
                    <a:pt x="1343660" y="969010"/>
                    <a:pt x="1521460" y="834390"/>
                    <a:pt x="1569720" y="829310"/>
                  </a:cubicBezTo>
                  <a:cubicBezTo>
                    <a:pt x="1587500" y="828040"/>
                    <a:pt x="1604010" y="838200"/>
                    <a:pt x="1607820" y="848360"/>
                  </a:cubicBezTo>
                  <a:cubicBezTo>
                    <a:pt x="1612900" y="857250"/>
                    <a:pt x="1607820" y="872490"/>
                    <a:pt x="1595120" y="887730"/>
                  </a:cubicBezTo>
                  <a:cubicBezTo>
                    <a:pt x="1555750" y="941070"/>
                    <a:pt x="1300480" y="1097280"/>
                    <a:pt x="1231900" y="1135380"/>
                  </a:cubicBezTo>
                  <a:cubicBezTo>
                    <a:pt x="1205230" y="1149350"/>
                    <a:pt x="1191260" y="1160780"/>
                    <a:pt x="1176020" y="1160780"/>
                  </a:cubicBezTo>
                  <a:cubicBezTo>
                    <a:pt x="1164590" y="1159510"/>
                    <a:pt x="1153160" y="1154430"/>
                    <a:pt x="1148080" y="1146810"/>
                  </a:cubicBezTo>
                  <a:cubicBezTo>
                    <a:pt x="1143000" y="1137920"/>
                    <a:pt x="1144270" y="1120140"/>
                    <a:pt x="1151890" y="1104900"/>
                  </a:cubicBezTo>
                  <a:cubicBezTo>
                    <a:pt x="1170940" y="1070610"/>
                    <a:pt x="1247140" y="1018540"/>
                    <a:pt x="1310640" y="977900"/>
                  </a:cubicBezTo>
                  <a:cubicBezTo>
                    <a:pt x="1389380" y="925830"/>
                    <a:pt x="1535430" y="869950"/>
                    <a:pt x="1596390" y="830580"/>
                  </a:cubicBezTo>
                  <a:cubicBezTo>
                    <a:pt x="1628140" y="810260"/>
                    <a:pt x="1644650" y="779780"/>
                    <a:pt x="1664970" y="777240"/>
                  </a:cubicBezTo>
                  <a:cubicBezTo>
                    <a:pt x="1677670" y="774700"/>
                    <a:pt x="1692910" y="781050"/>
                    <a:pt x="1699260" y="788670"/>
                  </a:cubicBezTo>
                  <a:cubicBezTo>
                    <a:pt x="1705610" y="797560"/>
                    <a:pt x="1709420" y="811530"/>
                    <a:pt x="1700530" y="826770"/>
                  </a:cubicBezTo>
                  <a:cubicBezTo>
                    <a:pt x="1666240" y="885190"/>
                    <a:pt x="1243330" y="1108710"/>
                    <a:pt x="1162050" y="1113790"/>
                  </a:cubicBezTo>
                  <a:cubicBezTo>
                    <a:pt x="1137920" y="1115060"/>
                    <a:pt x="1121410" y="1107440"/>
                    <a:pt x="1115060" y="1096010"/>
                  </a:cubicBezTo>
                  <a:cubicBezTo>
                    <a:pt x="1108710" y="1084580"/>
                    <a:pt x="1118870" y="1057910"/>
                    <a:pt x="1126490" y="1043940"/>
                  </a:cubicBezTo>
                  <a:cubicBezTo>
                    <a:pt x="1132840" y="1031240"/>
                    <a:pt x="1140460" y="1026160"/>
                    <a:pt x="1155700" y="1012190"/>
                  </a:cubicBezTo>
                  <a:cubicBezTo>
                    <a:pt x="1193800" y="974090"/>
                    <a:pt x="1323340" y="853440"/>
                    <a:pt x="1376680" y="811530"/>
                  </a:cubicBezTo>
                  <a:cubicBezTo>
                    <a:pt x="1405890" y="789940"/>
                    <a:pt x="1421130" y="788670"/>
                    <a:pt x="1446530" y="767080"/>
                  </a:cubicBezTo>
                  <a:cubicBezTo>
                    <a:pt x="1484630" y="735330"/>
                    <a:pt x="1540510" y="631190"/>
                    <a:pt x="1573530" y="624840"/>
                  </a:cubicBezTo>
                  <a:cubicBezTo>
                    <a:pt x="1588770" y="622300"/>
                    <a:pt x="1606550" y="633730"/>
                    <a:pt x="1611630" y="643890"/>
                  </a:cubicBezTo>
                  <a:cubicBezTo>
                    <a:pt x="1616710" y="652780"/>
                    <a:pt x="1612900" y="666750"/>
                    <a:pt x="1605280" y="679450"/>
                  </a:cubicBezTo>
                  <a:cubicBezTo>
                    <a:pt x="1584960" y="708660"/>
                    <a:pt x="1502410" y="744220"/>
                    <a:pt x="1446530" y="784860"/>
                  </a:cubicBezTo>
                  <a:cubicBezTo>
                    <a:pt x="1381760" y="831850"/>
                    <a:pt x="1285240" y="905510"/>
                    <a:pt x="1243330" y="946150"/>
                  </a:cubicBezTo>
                  <a:cubicBezTo>
                    <a:pt x="1221740" y="966470"/>
                    <a:pt x="1214120" y="984250"/>
                    <a:pt x="1200150" y="996950"/>
                  </a:cubicBezTo>
                  <a:cubicBezTo>
                    <a:pt x="1187450" y="1008380"/>
                    <a:pt x="1177290" y="1023620"/>
                    <a:pt x="1162050" y="1024890"/>
                  </a:cubicBezTo>
                  <a:cubicBezTo>
                    <a:pt x="1141730" y="1026160"/>
                    <a:pt x="1089660" y="999490"/>
                    <a:pt x="1087120" y="988060"/>
                  </a:cubicBezTo>
                  <a:cubicBezTo>
                    <a:pt x="1085850" y="982980"/>
                    <a:pt x="1092200" y="976630"/>
                    <a:pt x="1097280" y="972820"/>
                  </a:cubicBezTo>
                  <a:cubicBezTo>
                    <a:pt x="1107440" y="967740"/>
                    <a:pt x="1136650" y="965200"/>
                    <a:pt x="1146810" y="972820"/>
                  </a:cubicBezTo>
                  <a:cubicBezTo>
                    <a:pt x="1155700" y="980440"/>
                    <a:pt x="1162050" y="1009650"/>
                    <a:pt x="1156970" y="1014730"/>
                  </a:cubicBezTo>
                  <a:cubicBezTo>
                    <a:pt x="1149350" y="1021080"/>
                    <a:pt x="1093470" y="1000760"/>
                    <a:pt x="1090930" y="991870"/>
                  </a:cubicBezTo>
                  <a:cubicBezTo>
                    <a:pt x="1089660" y="984250"/>
                    <a:pt x="1107440" y="971550"/>
                    <a:pt x="1117600" y="967740"/>
                  </a:cubicBezTo>
                  <a:cubicBezTo>
                    <a:pt x="1125220" y="965200"/>
                    <a:pt x="1136650" y="966470"/>
                    <a:pt x="1143000" y="971550"/>
                  </a:cubicBezTo>
                  <a:cubicBezTo>
                    <a:pt x="1153160" y="979170"/>
                    <a:pt x="1163320" y="999490"/>
                    <a:pt x="1160780" y="1018540"/>
                  </a:cubicBezTo>
                  <a:cubicBezTo>
                    <a:pt x="1158240" y="1046480"/>
                    <a:pt x="1116330" y="1094740"/>
                    <a:pt x="1092200" y="1121410"/>
                  </a:cubicBezTo>
                  <a:cubicBezTo>
                    <a:pt x="1074420" y="1143000"/>
                    <a:pt x="1057910" y="1164590"/>
                    <a:pt x="1038860" y="1170940"/>
                  </a:cubicBezTo>
                  <a:cubicBezTo>
                    <a:pt x="1023620" y="1177290"/>
                    <a:pt x="999490" y="1176020"/>
                    <a:pt x="990600" y="1167130"/>
                  </a:cubicBezTo>
                  <a:cubicBezTo>
                    <a:pt x="982980" y="1159510"/>
                    <a:pt x="982980" y="1139190"/>
                    <a:pt x="989330" y="1120140"/>
                  </a:cubicBezTo>
                  <a:cubicBezTo>
                    <a:pt x="1005840" y="1075690"/>
                    <a:pt x="1111250" y="979170"/>
                    <a:pt x="1160780" y="929640"/>
                  </a:cubicBezTo>
                  <a:cubicBezTo>
                    <a:pt x="1193800" y="895350"/>
                    <a:pt x="1226820" y="858520"/>
                    <a:pt x="1248410" y="848360"/>
                  </a:cubicBezTo>
                  <a:cubicBezTo>
                    <a:pt x="1258570" y="843280"/>
                    <a:pt x="1264920" y="842010"/>
                    <a:pt x="1272540" y="843280"/>
                  </a:cubicBezTo>
                  <a:cubicBezTo>
                    <a:pt x="1281430" y="845820"/>
                    <a:pt x="1294130" y="854710"/>
                    <a:pt x="1297940" y="863600"/>
                  </a:cubicBezTo>
                  <a:cubicBezTo>
                    <a:pt x="1301750" y="872490"/>
                    <a:pt x="1303020" y="882650"/>
                    <a:pt x="1296670" y="896620"/>
                  </a:cubicBezTo>
                  <a:cubicBezTo>
                    <a:pt x="1272540" y="944880"/>
                    <a:pt x="1075690" y="1115060"/>
                    <a:pt x="1005840" y="1160780"/>
                  </a:cubicBezTo>
                  <a:cubicBezTo>
                    <a:pt x="971550" y="1181100"/>
                    <a:pt x="943610" y="1196340"/>
                    <a:pt x="922020" y="1195070"/>
                  </a:cubicBezTo>
                  <a:cubicBezTo>
                    <a:pt x="909320" y="1193800"/>
                    <a:pt x="897890" y="1186180"/>
                    <a:pt x="892810" y="1177290"/>
                  </a:cubicBezTo>
                  <a:cubicBezTo>
                    <a:pt x="886460" y="1169670"/>
                    <a:pt x="885190" y="1156970"/>
                    <a:pt x="889000" y="1143000"/>
                  </a:cubicBezTo>
                  <a:cubicBezTo>
                    <a:pt x="896620" y="1118870"/>
                    <a:pt x="939800" y="1087120"/>
                    <a:pt x="962660" y="1051560"/>
                  </a:cubicBezTo>
                  <a:cubicBezTo>
                    <a:pt x="990600" y="1012190"/>
                    <a:pt x="1018540" y="933450"/>
                    <a:pt x="1041400" y="916940"/>
                  </a:cubicBezTo>
                  <a:cubicBezTo>
                    <a:pt x="1050290" y="909320"/>
                    <a:pt x="1059180" y="909320"/>
                    <a:pt x="1068070" y="910590"/>
                  </a:cubicBezTo>
                  <a:cubicBezTo>
                    <a:pt x="1076960" y="910590"/>
                    <a:pt x="1087120" y="915670"/>
                    <a:pt x="1092200" y="923290"/>
                  </a:cubicBezTo>
                  <a:cubicBezTo>
                    <a:pt x="1098550" y="932180"/>
                    <a:pt x="1103630" y="949960"/>
                    <a:pt x="1097280" y="966470"/>
                  </a:cubicBezTo>
                  <a:cubicBezTo>
                    <a:pt x="1085850" y="1002030"/>
                    <a:pt x="1003300" y="1090930"/>
                    <a:pt x="967740" y="1104900"/>
                  </a:cubicBezTo>
                  <a:cubicBezTo>
                    <a:pt x="948690" y="1112520"/>
                    <a:pt x="925830" y="1109980"/>
                    <a:pt x="916940" y="1101090"/>
                  </a:cubicBezTo>
                  <a:cubicBezTo>
                    <a:pt x="908050" y="1093470"/>
                    <a:pt x="904240" y="1062990"/>
                    <a:pt x="909320" y="1059180"/>
                  </a:cubicBezTo>
                  <a:cubicBezTo>
                    <a:pt x="916940" y="1052830"/>
                    <a:pt x="972820" y="1078230"/>
                    <a:pt x="974090" y="1088390"/>
                  </a:cubicBezTo>
                  <a:cubicBezTo>
                    <a:pt x="975360" y="1094740"/>
                    <a:pt x="956310" y="1107440"/>
                    <a:pt x="946150" y="1109980"/>
                  </a:cubicBezTo>
                  <a:cubicBezTo>
                    <a:pt x="938530" y="1111250"/>
                    <a:pt x="927100" y="1109980"/>
                    <a:pt x="919480" y="1104900"/>
                  </a:cubicBezTo>
                  <a:cubicBezTo>
                    <a:pt x="911860" y="1097280"/>
                    <a:pt x="900430" y="1079500"/>
                    <a:pt x="902970" y="1065530"/>
                  </a:cubicBezTo>
                  <a:cubicBezTo>
                    <a:pt x="905510" y="1041400"/>
                    <a:pt x="942340" y="1008380"/>
                    <a:pt x="966470" y="980440"/>
                  </a:cubicBezTo>
                  <a:cubicBezTo>
                    <a:pt x="995680" y="948690"/>
                    <a:pt x="1042670" y="895350"/>
                    <a:pt x="1065530" y="882650"/>
                  </a:cubicBezTo>
                  <a:cubicBezTo>
                    <a:pt x="1075690" y="877570"/>
                    <a:pt x="1082040" y="876300"/>
                    <a:pt x="1090930" y="878840"/>
                  </a:cubicBezTo>
                  <a:cubicBezTo>
                    <a:pt x="1099820" y="881380"/>
                    <a:pt x="1112520" y="890270"/>
                    <a:pt x="1116330" y="899160"/>
                  </a:cubicBezTo>
                  <a:cubicBezTo>
                    <a:pt x="1120140" y="908050"/>
                    <a:pt x="1118870" y="919480"/>
                    <a:pt x="1113790" y="932180"/>
                  </a:cubicBezTo>
                  <a:cubicBezTo>
                    <a:pt x="1106170" y="952500"/>
                    <a:pt x="1076960" y="979170"/>
                    <a:pt x="1051560" y="1002030"/>
                  </a:cubicBezTo>
                  <a:cubicBezTo>
                    <a:pt x="1022350" y="1028700"/>
                    <a:pt x="986790" y="1055370"/>
                    <a:pt x="947420" y="1080770"/>
                  </a:cubicBezTo>
                  <a:cubicBezTo>
                    <a:pt x="899160" y="1112520"/>
                    <a:pt x="815340" y="1170940"/>
                    <a:pt x="779780" y="1170940"/>
                  </a:cubicBezTo>
                  <a:cubicBezTo>
                    <a:pt x="763270" y="1172210"/>
                    <a:pt x="749300" y="1163320"/>
                    <a:pt x="744220" y="1154430"/>
                  </a:cubicBezTo>
                  <a:cubicBezTo>
                    <a:pt x="737870" y="1144270"/>
                    <a:pt x="737870" y="1129030"/>
                    <a:pt x="746760" y="1113790"/>
                  </a:cubicBezTo>
                  <a:cubicBezTo>
                    <a:pt x="770890" y="1073150"/>
                    <a:pt x="924560" y="981710"/>
                    <a:pt x="993140" y="949960"/>
                  </a:cubicBezTo>
                  <a:cubicBezTo>
                    <a:pt x="1036320" y="928370"/>
                    <a:pt x="1084580" y="906780"/>
                    <a:pt x="1106170" y="913130"/>
                  </a:cubicBezTo>
                  <a:cubicBezTo>
                    <a:pt x="1117600" y="916940"/>
                    <a:pt x="1125220" y="930910"/>
                    <a:pt x="1127760" y="939800"/>
                  </a:cubicBezTo>
                  <a:cubicBezTo>
                    <a:pt x="1130300" y="948690"/>
                    <a:pt x="1129030" y="955040"/>
                    <a:pt x="1123950" y="966470"/>
                  </a:cubicBezTo>
                  <a:cubicBezTo>
                    <a:pt x="1108710" y="1000760"/>
                    <a:pt x="1009650" y="1107440"/>
                    <a:pt x="974090" y="1139190"/>
                  </a:cubicBezTo>
                  <a:cubicBezTo>
                    <a:pt x="957580" y="1154430"/>
                    <a:pt x="947420" y="1165860"/>
                    <a:pt x="933450" y="1168400"/>
                  </a:cubicBezTo>
                  <a:cubicBezTo>
                    <a:pt x="919480" y="1169670"/>
                    <a:pt x="895350" y="1163320"/>
                    <a:pt x="887730" y="1153160"/>
                  </a:cubicBezTo>
                  <a:cubicBezTo>
                    <a:pt x="881380" y="1144270"/>
                    <a:pt x="883920" y="1122680"/>
                    <a:pt x="891540" y="1112520"/>
                  </a:cubicBezTo>
                  <a:cubicBezTo>
                    <a:pt x="897890" y="1102360"/>
                    <a:pt x="913130" y="1103630"/>
                    <a:pt x="930910" y="1089660"/>
                  </a:cubicBezTo>
                  <a:cubicBezTo>
                    <a:pt x="972820" y="1059180"/>
                    <a:pt x="1083310" y="918210"/>
                    <a:pt x="1126490" y="901700"/>
                  </a:cubicBezTo>
                  <a:cubicBezTo>
                    <a:pt x="1141730" y="895350"/>
                    <a:pt x="1156970" y="896620"/>
                    <a:pt x="1165860" y="901700"/>
                  </a:cubicBezTo>
                  <a:cubicBezTo>
                    <a:pt x="1172210" y="905510"/>
                    <a:pt x="1177290" y="914400"/>
                    <a:pt x="1179830" y="922020"/>
                  </a:cubicBezTo>
                  <a:cubicBezTo>
                    <a:pt x="1181100" y="932180"/>
                    <a:pt x="1178560" y="939800"/>
                    <a:pt x="1170940" y="953770"/>
                  </a:cubicBezTo>
                  <a:cubicBezTo>
                    <a:pt x="1146810" y="996950"/>
                    <a:pt x="1000760" y="1143000"/>
                    <a:pt x="947420" y="1186180"/>
                  </a:cubicBezTo>
                  <a:cubicBezTo>
                    <a:pt x="922020" y="1206500"/>
                    <a:pt x="904240" y="1221740"/>
                    <a:pt x="883920" y="1224280"/>
                  </a:cubicBezTo>
                  <a:cubicBezTo>
                    <a:pt x="868680" y="1225550"/>
                    <a:pt x="848360" y="1220470"/>
                    <a:pt x="842010" y="1211580"/>
                  </a:cubicBezTo>
                  <a:cubicBezTo>
                    <a:pt x="835660" y="1203960"/>
                    <a:pt x="835660" y="1184910"/>
                    <a:pt x="842010" y="1173480"/>
                  </a:cubicBezTo>
                  <a:cubicBezTo>
                    <a:pt x="850900" y="1159510"/>
                    <a:pt x="877570" y="1155700"/>
                    <a:pt x="897890" y="1136650"/>
                  </a:cubicBezTo>
                  <a:cubicBezTo>
                    <a:pt x="935990" y="1102360"/>
                    <a:pt x="995680" y="1005840"/>
                    <a:pt x="1031240" y="971550"/>
                  </a:cubicBezTo>
                  <a:cubicBezTo>
                    <a:pt x="1050290" y="952500"/>
                    <a:pt x="1064260" y="951230"/>
                    <a:pt x="1080770" y="932180"/>
                  </a:cubicBezTo>
                  <a:cubicBezTo>
                    <a:pt x="1103630" y="904240"/>
                    <a:pt x="1122680" y="822960"/>
                    <a:pt x="1146810" y="805180"/>
                  </a:cubicBezTo>
                  <a:cubicBezTo>
                    <a:pt x="1159510" y="796290"/>
                    <a:pt x="1177290" y="792480"/>
                    <a:pt x="1187450" y="797560"/>
                  </a:cubicBezTo>
                  <a:cubicBezTo>
                    <a:pt x="1197610" y="802640"/>
                    <a:pt x="1210310" y="825500"/>
                    <a:pt x="1207770" y="839470"/>
                  </a:cubicBezTo>
                  <a:cubicBezTo>
                    <a:pt x="1203960" y="857250"/>
                    <a:pt x="1168400" y="867410"/>
                    <a:pt x="1149350" y="889000"/>
                  </a:cubicBezTo>
                  <a:cubicBezTo>
                    <a:pt x="1122680" y="919480"/>
                    <a:pt x="1098550" y="975360"/>
                    <a:pt x="1069340" y="1008380"/>
                  </a:cubicBezTo>
                  <a:cubicBezTo>
                    <a:pt x="1043940" y="1036320"/>
                    <a:pt x="1013460" y="1071880"/>
                    <a:pt x="989330" y="1079500"/>
                  </a:cubicBezTo>
                  <a:cubicBezTo>
                    <a:pt x="972820" y="1084580"/>
                    <a:pt x="949960" y="1083310"/>
                    <a:pt x="942340" y="1074420"/>
                  </a:cubicBezTo>
                  <a:cubicBezTo>
                    <a:pt x="933450" y="1065530"/>
                    <a:pt x="934720" y="1043940"/>
                    <a:pt x="942340" y="1026160"/>
                  </a:cubicBezTo>
                  <a:cubicBezTo>
                    <a:pt x="957580" y="993140"/>
                    <a:pt x="1047750" y="938530"/>
                    <a:pt x="1073150" y="908050"/>
                  </a:cubicBezTo>
                  <a:cubicBezTo>
                    <a:pt x="1087120" y="891540"/>
                    <a:pt x="1087120" y="881380"/>
                    <a:pt x="1101090" y="866140"/>
                  </a:cubicBezTo>
                  <a:cubicBezTo>
                    <a:pt x="1122680" y="842010"/>
                    <a:pt x="1178560" y="792480"/>
                    <a:pt x="1206500" y="783590"/>
                  </a:cubicBezTo>
                  <a:cubicBezTo>
                    <a:pt x="1220470" y="778510"/>
                    <a:pt x="1234440" y="778510"/>
                    <a:pt x="1243330" y="783590"/>
                  </a:cubicBezTo>
                  <a:cubicBezTo>
                    <a:pt x="1250950" y="788670"/>
                    <a:pt x="1256030" y="800100"/>
                    <a:pt x="1256030" y="811530"/>
                  </a:cubicBezTo>
                  <a:cubicBezTo>
                    <a:pt x="1257300" y="829310"/>
                    <a:pt x="1239520" y="854710"/>
                    <a:pt x="1225550" y="880110"/>
                  </a:cubicBezTo>
                  <a:cubicBezTo>
                    <a:pt x="1205230" y="914400"/>
                    <a:pt x="1177290" y="952500"/>
                    <a:pt x="1143000" y="996950"/>
                  </a:cubicBezTo>
                  <a:cubicBezTo>
                    <a:pt x="1092200" y="1061720"/>
                    <a:pt x="976630" y="1176020"/>
                    <a:pt x="948690" y="1230630"/>
                  </a:cubicBezTo>
                  <a:cubicBezTo>
                    <a:pt x="935990" y="1254760"/>
                    <a:pt x="944880" y="1280160"/>
                    <a:pt x="933450" y="1289050"/>
                  </a:cubicBezTo>
                  <a:cubicBezTo>
                    <a:pt x="924560" y="1296670"/>
                    <a:pt x="902970" y="1295400"/>
                    <a:pt x="894080" y="1289050"/>
                  </a:cubicBezTo>
                  <a:cubicBezTo>
                    <a:pt x="883920" y="1282700"/>
                    <a:pt x="875030" y="1266190"/>
                    <a:pt x="878840" y="1252220"/>
                  </a:cubicBezTo>
                  <a:cubicBezTo>
                    <a:pt x="885190" y="1221740"/>
                    <a:pt x="972820" y="1156970"/>
                    <a:pt x="1007110" y="1136650"/>
                  </a:cubicBezTo>
                  <a:cubicBezTo>
                    <a:pt x="1024890" y="1125220"/>
                    <a:pt x="1037590" y="1129030"/>
                    <a:pt x="1052830" y="1118870"/>
                  </a:cubicBezTo>
                  <a:cubicBezTo>
                    <a:pt x="1075690" y="1102360"/>
                    <a:pt x="1093470" y="1054100"/>
                    <a:pt x="1120140" y="1035050"/>
                  </a:cubicBezTo>
                  <a:cubicBezTo>
                    <a:pt x="1141730" y="1019810"/>
                    <a:pt x="1177290" y="1007110"/>
                    <a:pt x="1193800" y="1010920"/>
                  </a:cubicBezTo>
                  <a:cubicBezTo>
                    <a:pt x="1205230" y="1012190"/>
                    <a:pt x="1214120" y="1022350"/>
                    <a:pt x="1217930" y="1029970"/>
                  </a:cubicBezTo>
                  <a:cubicBezTo>
                    <a:pt x="1220470" y="1038860"/>
                    <a:pt x="1220470" y="1046480"/>
                    <a:pt x="1214120" y="1060450"/>
                  </a:cubicBezTo>
                  <a:cubicBezTo>
                    <a:pt x="1186180" y="1115060"/>
                    <a:pt x="930910" y="1334770"/>
                    <a:pt x="853440" y="1388110"/>
                  </a:cubicBezTo>
                  <a:cubicBezTo>
                    <a:pt x="821690" y="1409700"/>
                    <a:pt x="796290" y="1426210"/>
                    <a:pt x="778510" y="1424940"/>
                  </a:cubicBezTo>
                  <a:cubicBezTo>
                    <a:pt x="768350" y="1423670"/>
                    <a:pt x="758190" y="1416050"/>
                    <a:pt x="754380" y="1407160"/>
                  </a:cubicBezTo>
                  <a:cubicBezTo>
                    <a:pt x="750570" y="1398270"/>
                    <a:pt x="751840" y="1383030"/>
                    <a:pt x="759460" y="1371600"/>
                  </a:cubicBezTo>
                  <a:cubicBezTo>
                    <a:pt x="772160" y="1352550"/>
                    <a:pt x="808990" y="1343660"/>
                    <a:pt x="847090" y="1315720"/>
                  </a:cubicBezTo>
                  <a:cubicBezTo>
                    <a:pt x="932180" y="1253490"/>
                    <a:pt x="1106170" y="1075690"/>
                    <a:pt x="1233170" y="988060"/>
                  </a:cubicBezTo>
                  <a:cubicBezTo>
                    <a:pt x="1342390" y="913130"/>
                    <a:pt x="1502410" y="815340"/>
                    <a:pt x="1558290" y="810260"/>
                  </a:cubicBezTo>
                  <a:cubicBezTo>
                    <a:pt x="1577340" y="808990"/>
                    <a:pt x="1592580" y="815340"/>
                    <a:pt x="1597660" y="825500"/>
                  </a:cubicBezTo>
                  <a:cubicBezTo>
                    <a:pt x="1602740" y="834390"/>
                    <a:pt x="1597660" y="854710"/>
                    <a:pt x="1588770" y="866140"/>
                  </a:cubicBezTo>
                  <a:cubicBezTo>
                    <a:pt x="1574800" y="883920"/>
                    <a:pt x="1537970" y="887730"/>
                    <a:pt x="1501140" y="909320"/>
                  </a:cubicBezTo>
                  <a:cubicBezTo>
                    <a:pt x="1435100" y="947420"/>
                    <a:pt x="1301750" y="1037590"/>
                    <a:pt x="1233170" y="1096010"/>
                  </a:cubicBezTo>
                  <a:cubicBezTo>
                    <a:pt x="1184910" y="1136650"/>
                    <a:pt x="1148080" y="1196340"/>
                    <a:pt x="1120140" y="1210310"/>
                  </a:cubicBezTo>
                  <a:cubicBezTo>
                    <a:pt x="1107440" y="1216660"/>
                    <a:pt x="1096010" y="1219200"/>
                    <a:pt x="1087120" y="1215390"/>
                  </a:cubicBezTo>
                  <a:cubicBezTo>
                    <a:pt x="1076960" y="1211580"/>
                    <a:pt x="1064260" y="1192530"/>
                    <a:pt x="1062990" y="1182370"/>
                  </a:cubicBezTo>
                  <a:cubicBezTo>
                    <a:pt x="1061720" y="1173480"/>
                    <a:pt x="1065530" y="1168400"/>
                    <a:pt x="1071880" y="1158240"/>
                  </a:cubicBezTo>
                  <a:cubicBezTo>
                    <a:pt x="1087120" y="1135380"/>
                    <a:pt x="1144270" y="1087120"/>
                    <a:pt x="1178560" y="1059180"/>
                  </a:cubicBezTo>
                  <a:cubicBezTo>
                    <a:pt x="1206500" y="1036320"/>
                    <a:pt x="1225550" y="1021080"/>
                    <a:pt x="1261110" y="1000760"/>
                  </a:cubicBezTo>
                  <a:cubicBezTo>
                    <a:pt x="1315720" y="970280"/>
                    <a:pt x="1440180" y="906780"/>
                    <a:pt x="1484630" y="906780"/>
                  </a:cubicBezTo>
                  <a:cubicBezTo>
                    <a:pt x="1502410" y="906780"/>
                    <a:pt x="1520190" y="914400"/>
                    <a:pt x="1524000" y="924560"/>
                  </a:cubicBezTo>
                  <a:cubicBezTo>
                    <a:pt x="1529080" y="934720"/>
                    <a:pt x="1524000" y="951230"/>
                    <a:pt x="1511300" y="966470"/>
                  </a:cubicBezTo>
                  <a:cubicBezTo>
                    <a:pt x="1479550" y="1007110"/>
                    <a:pt x="1320800" y="1071880"/>
                    <a:pt x="1249680" y="1121410"/>
                  </a:cubicBezTo>
                  <a:cubicBezTo>
                    <a:pt x="1197610" y="1158240"/>
                    <a:pt x="1149350" y="1215390"/>
                    <a:pt x="1118870" y="1228090"/>
                  </a:cubicBezTo>
                  <a:cubicBezTo>
                    <a:pt x="1104900" y="1233170"/>
                    <a:pt x="1093470" y="1234440"/>
                    <a:pt x="1084580" y="1229360"/>
                  </a:cubicBezTo>
                  <a:cubicBezTo>
                    <a:pt x="1075690" y="1225550"/>
                    <a:pt x="1066800" y="1212850"/>
                    <a:pt x="1064260" y="1203960"/>
                  </a:cubicBezTo>
                  <a:cubicBezTo>
                    <a:pt x="1062990" y="1193800"/>
                    <a:pt x="1066800" y="1182370"/>
                    <a:pt x="1074420" y="1172210"/>
                  </a:cubicBezTo>
                  <a:cubicBezTo>
                    <a:pt x="1084580" y="1156970"/>
                    <a:pt x="1107440" y="1141730"/>
                    <a:pt x="1131570" y="1127760"/>
                  </a:cubicBezTo>
                  <a:cubicBezTo>
                    <a:pt x="1165860" y="1106170"/>
                    <a:pt x="1219200" y="1080770"/>
                    <a:pt x="1264920" y="1062990"/>
                  </a:cubicBezTo>
                  <a:cubicBezTo>
                    <a:pt x="1310640" y="1045210"/>
                    <a:pt x="1362710" y="1027430"/>
                    <a:pt x="1408430" y="1019810"/>
                  </a:cubicBezTo>
                  <a:cubicBezTo>
                    <a:pt x="1449070" y="1013460"/>
                    <a:pt x="1502410" y="1005840"/>
                    <a:pt x="1524000" y="1014730"/>
                  </a:cubicBezTo>
                  <a:cubicBezTo>
                    <a:pt x="1535430" y="1021080"/>
                    <a:pt x="1543050" y="1031240"/>
                    <a:pt x="1545590" y="1040130"/>
                  </a:cubicBezTo>
                  <a:cubicBezTo>
                    <a:pt x="1546860" y="1050290"/>
                    <a:pt x="1545590" y="1060450"/>
                    <a:pt x="1536700" y="1071880"/>
                  </a:cubicBezTo>
                  <a:cubicBezTo>
                    <a:pt x="1506220" y="1107440"/>
                    <a:pt x="1309370" y="1202690"/>
                    <a:pt x="1259840" y="1202690"/>
                  </a:cubicBezTo>
                  <a:cubicBezTo>
                    <a:pt x="1242060" y="1202690"/>
                    <a:pt x="1229360" y="1193800"/>
                    <a:pt x="1223010" y="1184910"/>
                  </a:cubicBezTo>
                  <a:cubicBezTo>
                    <a:pt x="1217930" y="1174750"/>
                    <a:pt x="1217930" y="1156970"/>
                    <a:pt x="1226820" y="1144270"/>
                  </a:cubicBezTo>
                  <a:cubicBezTo>
                    <a:pt x="1248410" y="1112520"/>
                    <a:pt x="1361440" y="1064260"/>
                    <a:pt x="1412240" y="1050290"/>
                  </a:cubicBezTo>
                  <a:cubicBezTo>
                    <a:pt x="1442720" y="1041400"/>
                    <a:pt x="1475740" y="1036320"/>
                    <a:pt x="1492250" y="1042670"/>
                  </a:cubicBezTo>
                  <a:cubicBezTo>
                    <a:pt x="1502410" y="1046480"/>
                    <a:pt x="1510030" y="1056640"/>
                    <a:pt x="1511300" y="1065530"/>
                  </a:cubicBezTo>
                  <a:cubicBezTo>
                    <a:pt x="1513840" y="1074420"/>
                    <a:pt x="1512570" y="1084580"/>
                    <a:pt x="1503680" y="1096010"/>
                  </a:cubicBezTo>
                  <a:cubicBezTo>
                    <a:pt x="1474470" y="1134110"/>
                    <a:pt x="1275080" y="1214120"/>
                    <a:pt x="1200150" y="1266190"/>
                  </a:cubicBezTo>
                  <a:cubicBezTo>
                    <a:pt x="1150620" y="1300480"/>
                    <a:pt x="1109980" y="1351280"/>
                    <a:pt x="1085850" y="1363980"/>
                  </a:cubicBezTo>
                  <a:cubicBezTo>
                    <a:pt x="1075690" y="1369060"/>
                    <a:pt x="1070610" y="1370330"/>
                    <a:pt x="1062990" y="1369060"/>
                  </a:cubicBezTo>
                  <a:cubicBezTo>
                    <a:pt x="1054100" y="1367790"/>
                    <a:pt x="1041400" y="1360170"/>
                    <a:pt x="1037590" y="1351280"/>
                  </a:cubicBezTo>
                  <a:cubicBezTo>
                    <a:pt x="1033780" y="1343660"/>
                    <a:pt x="1032510" y="1332230"/>
                    <a:pt x="1037590" y="1320800"/>
                  </a:cubicBezTo>
                  <a:cubicBezTo>
                    <a:pt x="1045210" y="1301750"/>
                    <a:pt x="1068070" y="1278890"/>
                    <a:pt x="1101090" y="1252220"/>
                  </a:cubicBezTo>
                  <a:cubicBezTo>
                    <a:pt x="1174750" y="1196340"/>
                    <a:pt x="1383030" y="1098550"/>
                    <a:pt x="1501140" y="1040130"/>
                  </a:cubicBezTo>
                  <a:cubicBezTo>
                    <a:pt x="1592580" y="995680"/>
                    <a:pt x="1705610" y="934720"/>
                    <a:pt x="1748790" y="930910"/>
                  </a:cubicBezTo>
                  <a:cubicBezTo>
                    <a:pt x="1764030" y="929640"/>
                    <a:pt x="1772920" y="932180"/>
                    <a:pt x="1779270" y="938530"/>
                  </a:cubicBezTo>
                  <a:cubicBezTo>
                    <a:pt x="1786890" y="946150"/>
                    <a:pt x="1793240" y="962660"/>
                    <a:pt x="1788160" y="975360"/>
                  </a:cubicBezTo>
                  <a:cubicBezTo>
                    <a:pt x="1781810" y="996950"/>
                    <a:pt x="1742440" y="1017270"/>
                    <a:pt x="1705610" y="1046480"/>
                  </a:cubicBezTo>
                  <a:cubicBezTo>
                    <a:pt x="1637030" y="1097280"/>
                    <a:pt x="1457960" y="1240790"/>
                    <a:pt x="1408430" y="1250950"/>
                  </a:cubicBezTo>
                  <a:cubicBezTo>
                    <a:pt x="1393190" y="1253490"/>
                    <a:pt x="1383030" y="1248410"/>
                    <a:pt x="1375410" y="1243330"/>
                  </a:cubicBezTo>
                  <a:cubicBezTo>
                    <a:pt x="1369060" y="1238250"/>
                    <a:pt x="1363980" y="1229360"/>
                    <a:pt x="1363980" y="1220470"/>
                  </a:cubicBezTo>
                  <a:cubicBezTo>
                    <a:pt x="1363980" y="1209040"/>
                    <a:pt x="1374140" y="1193800"/>
                    <a:pt x="1390650" y="1181100"/>
                  </a:cubicBezTo>
                  <a:cubicBezTo>
                    <a:pt x="1432560" y="1151890"/>
                    <a:pt x="1591310" y="1104900"/>
                    <a:pt x="1662430" y="1106170"/>
                  </a:cubicBezTo>
                  <a:cubicBezTo>
                    <a:pt x="1708150" y="1106170"/>
                    <a:pt x="1772920" y="1129030"/>
                    <a:pt x="1776730" y="1140460"/>
                  </a:cubicBezTo>
                  <a:cubicBezTo>
                    <a:pt x="1778000" y="1145540"/>
                    <a:pt x="1770380" y="1151890"/>
                    <a:pt x="1765300" y="1155700"/>
                  </a:cubicBezTo>
                  <a:cubicBezTo>
                    <a:pt x="1757680" y="1159510"/>
                    <a:pt x="1746250" y="1164590"/>
                    <a:pt x="1737360" y="1163320"/>
                  </a:cubicBezTo>
                  <a:cubicBezTo>
                    <a:pt x="1728470" y="1162050"/>
                    <a:pt x="1717040" y="1158240"/>
                    <a:pt x="1711960" y="1150620"/>
                  </a:cubicBezTo>
                  <a:cubicBezTo>
                    <a:pt x="1704340" y="1141730"/>
                    <a:pt x="1699260" y="1109980"/>
                    <a:pt x="1704340" y="1106170"/>
                  </a:cubicBezTo>
                  <a:cubicBezTo>
                    <a:pt x="1713230" y="1099820"/>
                    <a:pt x="1767840" y="1129030"/>
                    <a:pt x="1770380" y="1140460"/>
                  </a:cubicBezTo>
                  <a:cubicBezTo>
                    <a:pt x="1770380" y="1146810"/>
                    <a:pt x="1757680" y="1156970"/>
                    <a:pt x="1748790" y="1159510"/>
                  </a:cubicBezTo>
                  <a:cubicBezTo>
                    <a:pt x="1739900" y="1163320"/>
                    <a:pt x="1720850" y="1163320"/>
                    <a:pt x="1711960" y="1156970"/>
                  </a:cubicBezTo>
                  <a:cubicBezTo>
                    <a:pt x="1703070" y="1149350"/>
                    <a:pt x="1694180" y="1127760"/>
                    <a:pt x="1695450" y="1115060"/>
                  </a:cubicBezTo>
                  <a:cubicBezTo>
                    <a:pt x="1695450" y="1102360"/>
                    <a:pt x="1704340" y="1090930"/>
                    <a:pt x="1713230" y="1082040"/>
                  </a:cubicBezTo>
                  <a:cubicBezTo>
                    <a:pt x="1723390" y="1071880"/>
                    <a:pt x="1744980" y="1069340"/>
                    <a:pt x="1752600" y="1057910"/>
                  </a:cubicBezTo>
                  <a:cubicBezTo>
                    <a:pt x="1762760" y="1043940"/>
                    <a:pt x="1756410" y="1010920"/>
                    <a:pt x="1765300" y="1003300"/>
                  </a:cubicBezTo>
                  <a:cubicBezTo>
                    <a:pt x="1771650" y="998220"/>
                    <a:pt x="1784350" y="999490"/>
                    <a:pt x="1791970" y="1002030"/>
                  </a:cubicBezTo>
                  <a:cubicBezTo>
                    <a:pt x="1802130" y="1005840"/>
                    <a:pt x="1814830" y="1017270"/>
                    <a:pt x="1817370" y="1027430"/>
                  </a:cubicBezTo>
                  <a:cubicBezTo>
                    <a:pt x="1821180" y="1037590"/>
                    <a:pt x="1818640" y="1051560"/>
                    <a:pt x="1811020" y="1062990"/>
                  </a:cubicBezTo>
                  <a:cubicBezTo>
                    <a:pt x="1795780" y="1085850"/>
                    <a:pt x="1739900" y="1121410"/>
                    <a:pt x="1703070" y="1136650"/>
                  </a:cubicBezTo>
                  <a:cubicBezTo>
                    <a:pt x="1672590" y="1150620"/>
                    <a:pt x="1631950" y="1162050"/>
                    <a:pt x="1611630" y="1158240"/>
                  </a:cubicBezTo>
                  <a:cubicBezTo>
                    <a:pt x="1601470" y="1156970"/>
                    <a:pt x="1595120" y="1150620"/>
                    <a:pt x="1590040" y="1144270"/>
                  </a:cubicBezTo>
                  <a:cubicBezTo>
                    <a:pt x="1584960" y="1135380"/>
                    <a:pt x="1579880" y="1120140"/>
                    <a:pt x="1586230" y="1108710"/>
                  </a:cubicBezTo>
                  <a:cubicBezTo>
                    <a:pt x="1597660" y="1085850"/>
                    <a:pt x="1668780" y="1066800"/>
                    <a:pt x="1709420" y="1038860"/>
                  </a:cubicBezTo>
                  <a:cubicBezTo>
                    <a:pt x="1753870" y="1007110"/>
                    <a:pt x="1811020" y="930910"/>
                    <a:pt x="1841500" y="923290"/>
                  </a:cubicBezTo>
                  <a:cubicBezTo>
                    <a:pt x="1855470" y="920750"/>
                    <a:pt x="1868170" y="925830"/>
                    <a:pt x="1875790" y="932180"/>
                  </a:cubicBezTo>
                  <a:cubicBezTo>
                    <a:pt x="1884680" y="941070"/>
                    <a:pt x="1889760" y="958850"/>
                    <a:pt x="1885950" y="974090"/>
                  </a:cubicBezTo>
                  <a:cubicBezTo>
                    <a:pt x="1878330" y="1002030"/>
                    <a:pt x="1817370" y="1057910"/>
                    <a:pt x="1789430" y="1069340"/>
                  </a:cubicBezTo>
                  <a:cubicBezTo>
                    <a:pt x="1775460" y="1075690"/>
                    <a:pt x="1757680" y="1075690"/>
                    <a:pt x="1748790" y="1069340"/>
                  </a:cubicBezTo>
                  <a:cubicBezTo>
                    <a:pt x="1739900" y="1062990"/>
                    <a:pt x="1733550" y="1046480"/>
                    <a:pt x="1734820" y="1029970"/>
                  </a:cubicBezTo>
                  <a:cubicBezTo>
                    <a:pt x="1737360" y="1002030"/>
                    <a:pt x="1785620" y="928370"/>
                    <a:pt x="1805940" y="913130"/>
                  </a:cubicBezTo>
                  <a:cubicBezTo>
                    <a:pt x="1813560" y="906780"/>
                    <a:pt x="1821180" y="905510"/>
                    <a:pt x="1828800" y="906780"/>
                  </a:cubicBezTo>
                  <a:cubicBezTo>
                    <a:pt x="1838960" y="909320"/>
                    <a:pt x="1855470" y="922020"/>
                    <a:pt x="1858010" y="932180"/>
                  </a:cubicBezTo>
                  <a:cubicBezTo>
                    <a:pt x="1861820" y="941070"/>
                    <a:pt x="1860550" y="951230"/>
                    <a:pt x="1851660" y="963930"/>
                  </a:cubicBezTo>
                  <a:cubicBezTo>
                    <a:pt x="1828800" y="995680"/>
                    <a:pt x="1709420" y="1060450"/>
                    <a:pt x="1651000" y="1090930"/>
                  </a:cubicBezTo>
                  <a:cubicBezTo>
                    <a:pt x="1609090" y="1111250"/>
                    <a:pt x="1578610" y="1122680"/>
                    <a:pt x="1536700" y="1135380"/>
                  </a:cubicBezTo>
                  <a:cubicBezTo>
                    <a:pt x="1489710" y="1149350"/>
                    <a:pt x="1413510" y="1172210"/>
                    <a:pt x="1381760" y="1167130"/>
                  </a:cubicBezTo>
                  <a:cubicBezTo>
                    <a:pt x="1366520" y="1165860"/>
                    <a:pt x="1353820" y="1159510"/>
                    <a:pt x="1348740" y="1150620"/>
                  </a:cubicBezTo>
                  <a:cubicBezTo>
                    <a:pt x="1344930" y="1143000"/>
                    <a:pt x="1342390" y="1131570"/>
                    <a:pt x="1348740" y="1120140"/>
                  </a:cubicBezTo>
                  <a:cubicBezTo>
                    <a:pt x="1367790" y="1092200"/>
                    <a:pt x="1487170" y="1066800"/>
                    <a:pt x="1555750" y="1023620"/>
                  </a:cubicBezTo>
                  <a:cubicBezTo>
                    <a:pt x="1638300" y="971550"/>
                    <a:pt x="1724660" y="890270"/>
                    <a:pt x="1804670" y="817880"/>
                  </a:cubicBezTo>
                  <a:cubicBezTo>
                    <a:pt x="1887220" y="744220"/>
                    <a:pt x="2006600" y="605790"/>
                    <a:pt x="2044700" y="584200"/>
                  </a:cubicBezTo>
                  <a:cubicBezTo>
                    <a:pt x="2054860" y="579120"/>
                    <a:pt x="2059940" y="577850"/>
                    <a:pt x="2067560" y="579120"/>
                  </a:cubicBezTo>
                  <a:cubicBezTo>
                    <a:pt x="2075180" y="580390"/>
                    <a:pt x="2082800" y="584200"/>
                    <a:pt x="2087880" y="589280"/>
                  </a:cubicBezTo>
                  <a:cubicBezTo>
                    <a:pt x="2092960" y="596900"/>
                    <a:pt x="2096770" y="607060"/>
                    <a:pt x="2095500" y="619760"/>
                  </a:cubicBezTo>
                  <a:cubicBezTo>
                    <a:pt x="2091690" y="640080"/>
                    <a:pt x="2068830" y="665480"/>
                    <a:pt x="2043430" y="697230"/>
                  </a:cubicBezTo>
                  <a:cubicBezTo>
                    <a:pt x="1993900" y="755650"/>
                    <a:pt x="1871980" y="869950"/>
                    <a:pt x="1799590" y="930910"/>
                  </a:cubicBezTo>
                  <a:cubicBezTo>
                    <a:pt x="1747520" y="975360"/>
                    <a:pt x="1706880" y="1004570"/>
                    <a:pt x="1654810" y="1036320"/>
                  </a:cubicBezTo>
                  <a:cubicBezTo>
                    <a:pt x="1600200" y="1070610"/>
                    <a:pt x="1534160" y="1106170"/>
                    <a:pt x="1480820" y="1129030"/>
                  </a:cubicBezTo>
                  <a:cubicBezTo>
                    <a:pt x="1436370" y="1148080"/>
                    <a:pt x="1384300" y="1173480"/>
                    <a:pt x="1357630" y="1170940"/>
                  </a:cubicBezTo>
                  <a:cubicBezTo>
                    <a:pt x="1342390" y="1168400"/>
                    <a:pt x="1329690" y="1159510"/>
                    <a:pt x="1325880" y="1149350"/>
                  </a:cubicBezTo>
                  <a:cubicBezTo>
                    <a:pt x="1320800" y="1141730"/>
                    <a:pt x="1320800" y="1129030"/>
                    <a:pt x="1328420" y="1118870"/>
                  </a:cubicBezTo>
                  <a:cubicBezTo>
                    <a:pt x="1350010" y="1090930"/>
                    <a:pt x="1483360" y="1068070"/>
                    <a:pt x="1551940" y="1035050"/>
                  </a:cubicBezTo>
                  <a:cubicBezTo>
                    <a:pt x="1616710" y="1004570"/>
                    <a:pt x="1681480" y="966470"/>
                    <a:pt x="1731010" y="930910"/>
                  </a:cubicBezTo>
                  <a:cubicBezTo>
                    <a:pt x="1771650" y="900430"/>
                    <a:pt x="1803400" y="868680"/>
                    <a:pt x="1831340" y="838200"/>
                  </a:cubicBezTo>
                  <a:cubicBezTo>
                    <a:pt x="1855470" y="810260"/>
                    <a:pt x="1878330" y="778510"/>
                    <a:pt x="1891030" y="754380"/>
                  </a:cubicBezTo>
                  <a:cubicBezTo>
                    <a:pt x="1899920" y="736600"/>
                    <a:pt x="1893570" y="725170"/>
                    <a:pt x="1905000" y="706120"/>
                  </a:cubicBezTo>
                  <a:cubicBezTo>
                    <a:pt x="1927860" y="668020"/>
                    <a:pt x="2019300" y="588010"/>
                    <a:pt x="2052320" y="558800"/>
                  </a:cubicBezTo>
                  <a:cubicBezTo>
                    <a:pt x="2067560" y="544830"/>
                    <a:pt x="2073910" y="537210"/>
                    <a:pt x="2087880" y="530860"/>
                  </a:cubicBezTo>
                  <a:cubicBezTo>
                    <a:pt x="2103120" y="524510"/>
                    <a:pt x="2127250" y="518160"/>
                    <a:pt x="2139950" y="521970"/>
                  </a:cubicBezTo>
                  <a:cubicBezTo>
                    <a:pt x="2152650" y="525780"/>
                    <a:pt x="2165350" y="538480"/>
                    <a:pt x="2169160" y="549910"/>
                  </a:cubicBezTo>
                  <a:cubicBezTo>
                    <a:pt x="2172970" y="560070"/>
                    <a:pt x="2171700" y="576580"/>
                    <a:pt x="2162810" y="588010"/>
                  </a:cubicBezTo>
                  <a:cubicBezTo>
                    <a:pt x="2145030" y="609600"/>
                    <a:pt x="2059940" y="641350"/>
                    <a:pt x="2033270" y="635000"/>
                  </a:cubicBezTo>
                  <a:cubicBezTo>
                    <a:pt x="2018030" y="629920"/>
                    <a:pt x="2004060" y="610870"/>
                    <a:pt x="2004060" y="596900"/>
                  </a:cubicBezTo>
                  <a:cubicBezTo>
                    <a:pt x="2002790" y="584200"/>
                    <a:pt x="2019300" y="554990"/>
                    <a:pt x="2028190" y="556260"/>
                  </a:cubicBezTo>
                  <a:cubicBezTo>
                    <a:pt x="2039620" y="556260"/>
                    <a:pt x="2071370" y="626110"/>
                    <a:pt x="2065020" y="636270"/>
                  </a:cubicBezTo>
                  <a:cubicBezTo>
                    <a:pt x="2062480" y="642620"/>
                    <a:pt x="2044700" y="641350"/>
                    <a:pt x="2035810" y="638810"/>
                  </a:cubicBezTo>
                  <a:cubicBezTo>
                    <a:pt x="2026920" y="636270"/>
                    <a:pt x="2016760" y="629920"/>
                    <a:pt x="2011680" y="621030"/>
                  </a:cubicBezTo>
                  <a:cubicBezTo>
                    <a:pt x="2006600" y="609600"/>
                    <a:pt x="2006600" y="588010"/>
                    <a:pt x="2014220" y="572770"/>
                  </a:cubicBezTo>
                  <a:cubicBezTo>
                    <a:pt x="2026920" y="548640"/>
                    <a:pt x="2081530" y="514350"/>
                    <a:pt x="2106930" y="500380"/>
                  </a:cubicBezTo>
                  <a:cubicBezTo>
                    <a:pt x="2122170" y="492760"/>
                    <a:pt x="2129790" y="488950"/>
                    <a:pt x="2146300" y="487680"/>
                  </a:cubicBezTo>
                  <a:cubicBezTo>
                    <a:pt x="2172970" y="483870"/>
                    <a:pt x="2212340" y="486410"/>
                    <a:pt x="2247900" y="496570"/>
                  </a:cubicBezTo>
                  <a:cubicBezTo>
                    <a:pt x="2293620" y="509270"/>
                    <a:pt x="2352040" y="539750"/>
                    <a:pt x="2397760" y="572770"/>
                  </a:cubicBezTo>
                  <a:cubicBezTo>
                    <a:pt x="2444750" y="608330"/>
                    <a:pt x="2519680" y="673100"/>
                    <a:pt x="2524760" y="704850"/>
                  </a:cubicBezTo>
                  <a:cubicBezTo>
                    <a:pt x="2526030" y="718820"/>
                    <a:pt x="2515870" y="732790"/>
                    <a:pt x="2505710" y="739140"/>
                  </a:cubicBezTo>
                  <a:cubicBezTo>
                    <a:pt x="2496820" y="745490"/>
                    <a:pt x="2477770" y="746760"/>
                    <a:pt x="2467610" y="744220"/>
                  </a:cubicBezTo>
                  <a:cubicBezTo>
                    <a:pt x="2457450" y="741680"/>
                    <a:pt x="2449830" y="735330"/>
                    <a:pt x="2444750" y="723900"/>
                  </a:cubicBezTo>
                  <a:cubicBezTo>
                    <a:pt x="2434590" y="702310"/>
                    <a:pt x="2439670" y="643890"/>
                    <a:pt x="2440940" y="610870"/>
                  </a:cubicBezTo>
                  <a:cubicBezTo>
                    <a:pt x="2440940" y="582930"/>
                    <a:pt x="2435860" y="553720"/>
                    <a:pt x="2446020" y="537210"/>
                  </a:cubicBezTo>
                  <a:cubicBezTo>
                    <a:pt x="2453640" y="524510"/>
                    <a:pt x="2473960" y="513080"/>
                    <a:pt x="2486660" y="513080"/>
                  </a:cubicBezTo>
                  <a:cubicBezTo>
                    <a:pt x="2498090" y="513080"/>
                    <a:pt x="2512060" y="521970"/>
                    <a:pt x="2519680" y="533400"/>
                  </a:cubicBezTo>
                  <a:cubicBezTo>
                    <a:pt x="2531110" y="551180"/>
                    <a:pt x="2542540" y="596900"/>
                    <a:pt x="2534920" y="613410"/>
                  </a:cubicBezTo>
                  <a:cubicBezTo>
                    <a:pt x="2528570" y="626110"/>
                    <a:pt x="2505710" y="636270"/>
                    <a:pt x="2493010" y="635000"/>
                  </a:cubicBezTo>
                  <a:cubicBezTo>
                    <a:pt x="2480310" y="633730"/>
                    <a:pt x="2463800" y="619760"/>
                    <a:pt x="2457450" y="604520"/>
                  </a:cubicBezTo>
                  <a:cubicBezTo>
                    <a:pt x="2448560" y="580390"/>
                    <a:pt x="2452370" y="509270"/>
                    <a:pt x="2466340" y="496570"/>
                  </a:cubicBezTo>
                  <a:cubicBezTo>
                    <a:pt x="2476500" y="487680"/>
                    <a:pt x="2505710" y="490220"/>
                    <a:pt x="2509520" y="497840"/>
                  </a:cubicBezTo>
                  <a:cubicBezTo>
                    <a:pt x="2514600" y="509270"/>
                    <a:pt x="2466340" y="567690"/>
                    <a:pt x="2444750" y="584200"/>
                  </a:cubicBezTo>
                  <a:cubicBezTo>
                    <a:pt x="2432050" y="594360"/>
                    <a:pt x="2424430" y="595630"/>
                    <a:pt x="2405380" y="599440"/>
                  </a:cubicBezTo>
                  <a:cubicBezTo>
                    <a:pt x="2364740" y="607060"/>
                    <a:pt x="2244090" y="624840"/>
                    <a:pt x="2208530" y="608330"/>
                  </a:cubicBezTo>
                  <a:cubicBezTo>
                    <a:pt x="2192020" y="600710"/>
                    <a:pt x="2181860" y="582930"/>
                    <a:pt x="2180590" y="570230"/>
                  </a:cubicBezTo>
                  <a:cubicBezTo>
                    <a:pt x="2180590" y="561340"/>
                    <a:pt x="2198370" y="542290"/>
                    <a:pt x="2198370" y="542290"/>
                  </a:cubicBezTo>
                  <a:cubicBezTo>
                    <a:pt x="2198370" y="543560"/>
                    <a:pt x="2186940" y="557530"/>
                    <a:pt x="2188210" y="560070"/>
                  </a:cubicBezTo>
                  <a:cubicBezTo>
                    <a:pt x="2192020" y="562610"/>
                    <a:pt x="2226310" y="532130"/>
                    <a:pt x="2256790" y="516890"/>
                  </a:cubicBezTo>
                  <a:cubicBezTo>
                    <a:pt x="2312670" y="488950"/>
                    <a:pt x="2466340" y="410210"/>
                    <a:pt x="2505710" y="419100"/>
                  </a:cubicBezTo>
                  <a:cubicBezTo>
                    <a:pt x="2520950" y="422910"/>
                    <a:pt x="2531110" y="436880"/>
                    <a:pt x="2532380" y="447040"/>
                  </a:cubicBezTo>
                  <a:cubicBezTo>
                    <a:pt x="2533650" y="457200"/>
                    <a:pt x="2528570" y="471170"/>
                    <a:pt x="2515870" y="481330"/>
                  </a:cubicBezTo>
                  <a:cubicBezTo>
                    <a:pt x="2485390" y="508000"/>
                    <a:pt x="2376170" y="518160"/>
                    <a:pt x="2303780" y="548640"/>
                  </a:cubicBezTo>
                  <a:cubicBezTo>
                    <a:pt x="2222500" y="584200"/>
                    <a:pt x="2103120" y="678180"/>
                    <a:pt x="2056130" y="684530"/>
                  </a:cubicBezTo>
                  <a:cubicBezTo>
                    <a:pt x="2038350" y="685800"/>
                    <a:pt x="2024380" y="681990"/>
                    <a:pt x="2016760" y="674370"/>
                  </a:cubicBezTo>
                  <a:cubicBezTo>
                    <a:pt x="2009140" y="665480"/>
                    <a:pt x="2007870" y="643890"/>
                    <a:pt x="2011680" y="633730"/>
                  </a:cubicBezTo>
                  <a:cubicBezTo>
                    <a:pt x="2015490" y="626110"/>
                    <a:pt x="2020570" y="623570"/>
                    <a:pt x="2030730" y="617220"/>
                  </a:cubicBezTo>
                  <a:cubicBezTo>
                    <a:pt x="2066290" y="598170"/>
                    <a:pt x="2219960" y="572770"/>
                    <a:pt x="2275840" y="549910"/>
                  </a:cubicBezTo>
                  <a:cubicBezTo>
                    <a:pt x="2306320" y="537210"/>
                    <a:pt x="2319020" y="516890"/>
                    <a:pt x="2343150" y="510540"/>
                  </a:cubicBezTo>
                  <a:cubicBezTo>
                    <a:pt x="2364740" y="502920"/>
                    <a:pt x="2395220" y="514350"/>
                    <a:pt x="2413000" y="506730"/>
                  </a:cubicBezTo>
                  <a:cubicBezTo>
                    <a:pt x="2425700" y="502920"/>
                    <a:pt x="2430780" y="486410"/>
                    <a:pt x="2442210" y="485140"/>
                  </a:cubicBezTo>
                  <a:cubicBezTo>
                    <a:pt x="2452370" y="482600"/>
                    <a:pt x="2468880" y="487680"/>
                    <a:pt x="2476500" y="495300"/>
                  </a:cubicBezTo>
                  <a:cubicBezTo>
                    <a:pt x="2484120" y="502920"/>
                    <a:pt x="2489200" y="518160"/>
                    <a:pt x="2487930" y="529590"/>
                  </a:cubicBezTo>
                  <a:cubicBezTo>
                    <a:pt x="2486660" y="544830"/>
                    <a:pt x="2475230" y="557530"/>
                    <a:pt x="2461260" y="576580"/>
                  </a:cubicBezTo>
                  <a:cubicBezTo>
                    <a:pt x="2432050" y="614680"/>
                    <a:pt x="2344420" y="684530"/>
                    <a:pt x="2306320" y="734060"/>
                  </a:cubicBezTo>
                  <a:cubicBezTo>
                    <a:pt x="2277110" y="772160"/>
                    <a:pt x="2264410" y="835660"/>
                    <a:pt x="2241550" y="843280"/>
                  </a:cubicBezTo>
                  <a:cubicBezTo>
                    <a:pt x="2226310" y="847090"/>
                    <a:pt x="2202180" y="834390"/>
                    <a:pt x="2197100" y="824230"/>
                  </a:cubicBezTo>
                  <a:cubicBezTo>
                    <a:pt x="2190750" y="814070"/>
                    <a:pt x="2197100" y="784860"/>
                    <a:pt x="2203450" y="782320"/>
                  </a:cubicBezTo>
                  <a:cubicBezTo>
                    <a:pt x="2212340" y="779780"/>
                    <a:pt x="2256790" y="821690"/>
                    <a:pt x="2254250" y="830580"/>
                  </a:cubicBezTo>
                  <a:cubicBezTo>
                    <a:pt x="2252980" y="838200"/>
                    <a:pt x="2231390" y="843280"/>
                    <a:pt x="2221230" y="842010"/>
                  </a:cubicBezTo>
                  <a:cubicBezTo>
                    <a:pt x="2212340" y="840740"/>
                    <a:pt x="2203450" y="835660"/>
                    <a:pt x="2198370" y="828040"/>
                  </a:cubicBezTo>
                  <a:cubicBezTo>
                    <a:pt x="2193290" y="817880"/>
                    <a:pt x="2190750" y="798830"/>
                    <a:pt x="2200910" y="779780"/>
                  </a:cubicBezTo>
                  <a:cubicBezTo>
                    <a:pt x="2230120" y="726440"/>
                    <a:pt x="2459990" y="577850"/>
                    <a:pt x="2515870" y="558800"/>
                  </a:cubicBezTo>
                  <a:cubicBezTo>
                    <a:pt x="2533650" y="552450"/>
                    <a:pt x="2543810" y="553720"/>
                    <a:pt x="2553970" y="557530"/>
                  </a:cubicBezTo>
                  <a:cubicBezTo>
                    <a:pt x="2562860" y="561340"/>
                    <a:pt x="2570480" y="570230"/>
                    <a:pt x="2574290" y="579120"/>
                  </a:cubicBezTo>
                  <a:cubicBezTo>
                    <a:pt x="2578100" y="589280"/>
                    <a:pt x="2578100" y="604520"/>
                    <a:pt x="2570480" y="617220"/>
                  </a:cubicBezTo>
                  <a:cubicBezTo>
                    <a:pt x="2560320" y="635000"/>
                    <a:pt x="2523490" y="655320"/>
                    <a:pt x="2495550" y="668020"/>
                  </a:cubicBezTo>
                  <a:cubicBezTo>
                    <a:pt x="2465070" y="681990"/>
                    <a:pt x="2420620" y="690880"/>
                    <a:pt x="2393950" y="694690"/>
                  </a:cubicBezTo>
                  <a:cubicBezTo>
                    <a:pt x="2377440" y="697230"/>
                    <a:pt x="2354580" y="699770"/>
                    <a:pt x="2353310" y="694690"/>
                  </a:cubicBezTo>
                  <a:cubicBezTo>
                    <a:pt x="2352040" y="689610"/>
                    <a:pt x="2381250" y="668020"/>
                    <a:pt x="2381250" y="668020"/>
                  </a:cubicBezTo>
                  <a:cubicBezTo>
                    <a:pt x="2381250" y="668020"/>
                    <a:pt x="2363470" y="690880"/>
                    <a:pt x="2353310" y="693420"/>
                  </a:cubicBezTo>
                  <a:cubicBezTo>
                    <a:pt x="2344420" y="697230"/>
                    <a:pt x="2332990" y="694690"/>
                    <a:pt x="2325370" y="690880"/>
                  </a:cubicBezTo>
                  <a:cubicBezTo>
                    <a:pt x="2315210" y="684530"/>
                    <a:pt x="2303780" y="671830"/>
                    <a:pt x="2303780" y="659130"/>
                  </a:cubicBezTo>
                  <a:cubicBezTo>
                    <a:pt x="2302510" y="645160"/>
                    <a:pt x="2317750" y="619760"/>
                    <a:pt x="2330450" y="609600"/>
                  </a:cubicBezTo>
                  <a:cubicBezTo>
                    <a:pt x="2344420" y="599440"/>
                    <a:pt x="2371090" y="590550"/>
                    <a:pt x="2382520" y="596900"/>
                  </a:cubicBezTo>
                  <a:cubicBezTo>
                    <a:pt x="2393950" y="604520"/>
                    <a:pt x="2405380" y="636270"/>
                    <a:pt x="2397760" y="650240"/>
                  </a:cubicBezTo>
                  <a:cubicBezTo>
                    <a:pt x="2386330" y="671830"/>
                    <a:pt x="2306320" y="688340"/>
                    <a:pt x="2280920" y="689610"/>
                  </a:cubicBezTo>
                  <a:cubicBezTo>
                    <a:pt x="2268220" y="690880"/>
                    <a:pt x="2260600" y="688340"/>
                    <a:pt x="2254250" y="684530"/>
                  </a:cubicBezTo>
                  <a:cubicBezTo>
                    <a:pt x="2246630" y="679450"/>
                    <a:pt x="2240280" y="670560"/>
                    <a:pt x="2237740" y="662940"/>
                  </a:cubicBezTo>
                  <a:cubicBezTo>
                    <a:pt x="2235200" y="654050"/>
                    <a:pt x="2236470" y="642620"/>
                    <a:pt x="2240280" y="635000"/>
                  </a:cubicBezTo>
                  <a:cubicBezTo>
                    <a:pt x="2242820" y="627380"/>
                    <a:pt x="2249170" y="623570"/>
                    <a:pt x="2259330" y="615950"/>
                  </a:cubicBezTo>
                  <a:cubicBezTo>
                    <a:pt x="2284730" y="598170"/>
                    <a:pt x="2372360" y="542290"/>
                    <a:pt x="2402840" y="543560"/>
                  </a:cubicBezTo>
                  <a:cubicBezTo>
                    <a:pt x="2419350" y="543560"/>
                    <a:pt x="2434590" y="554990"/>
                    <a:pt x="2438400" y="565150"/>
                  </a:cubicBezTo>
                  <a:cubicBezTo>
                    <a:pt x="2443480" y="575310"/>
                    <a:pt x="2439670" y="594360"/>
                    <a:pt x="2430780" y="605790"/>
                  </a:cubicBezTo>
                  <a:cubicBezTo>
                    <a:pt x="2418080" y="622300"/>
                    <a:pt x="2381250" y="622300"/>
                    <a:pt x="2348230" y="641350"/>
                  </a:cubicBezTo>
                  <a:cubicBezTo>
                    <a:pt x="2288540" y="673100"/>
                    <a:pt x="2153920" y="798830"/>
                    <a:pt x="2112010" y="798830"/>
                  </a:cubicBezTo>
                  <a:cubicBezTo>
                    <a:pt x="2096770" y="798830"/>
                    <a:pt x="2085340" y="788670"/>
                    <a:pt x="2080260" y="778510"/>
                  </a:cubicBezTo>
                  <a:cubicBezTo>
                    <a:pt x="2075180" y="769620"/>
                    <a:pt x="2073910" y="756920"/>
                    <a:pt x="2078990" y="741680"/>
                  </a:cubicBezTo>
                  <a:cubicBezTo>
                    <a:pt x="2090420" y="711200"/>
                    <a:pt x="2147570" y="652780"/>
                    <a:pt x="2189480" y="618490"/>
                  </a:cubicBezTo>
                  <a:cubicBezTo>
                    <a:pt x="2230120" y="584200"/>
                    <a:pt x="2296160" y="538480"/>
                    <a:pt x="2327910" y="537210"/>
                  </a:cubicBezTo>
                  <a:cubicBezTo>
                    <a:pt x="2343150" y="535940"/>
                    <a:pt x="2355850" y="543560"/>
                    <a:pt x="2362200" y="552450"/>
                  </a:cubicBezTo>
                  <a:cubicBezTo>
                    <a:pt x="2369820" y="563880"/>
                    <a:pt x="2368550" y="589280"/>
                    <a:pt x="2364740" y="599440"/>
                  </a:cubicBezTo>
                  <a:cubicBezTo>
                    <a:pt x="2362200" y="605790"/>
                    <a:pt x="2358390" y="609600"/>
                    <a:pt x="2350770" y="613410"/>
                  </a:cubicBezTo>
                  <a:cubicBezTo>
                    <a:pt x="2334260" y="622300"/>
                    <a:pt x="2278380" y="633730"/>
                    <a:pt x="2259330" y="626110"/>
                  </a:cubicBezTo>
                  <a:cubicBezTo>
                    <a:pt x="2247900" y="621030"/>
                    <a:pt x="2239010" y="607060"/>
                    <a:pt x="2236470" y="595630"/>
                  </a:cubicBezTo>
                  <a:cubicBezTo>
                    <a:pt x="2233930" y="585470"/>
                    <a:pt x="2240280" y="567690"/>
                    <a:pt x="2247900" y="560070"/>
                  </a:cubicBezTo>
                  <a:cubicBezTo>
                    <a:pt x="2256790" y="552450"/>
                    <a:pt x="2274570" y="561340"/>
                    <a:pt x="2288540" y="553720"/>
                  </a:cubicBezTo>
                  <a:cubicBezTo>
                    <a:pt x="2308860" y="543560"/>
                    <a:pt x="2331720" y="496570"/>
                    <a:pt x="2352040" y="492760"/>
                  </a:cubicBezTo>
                  <a:cubicBezTo>
                    <a:pt x="2364740" y="488950"/>
                    <a:pt x="2379980" y="496570"/>
                    <a:pt x="2387600" y="502920"/>
                  </a:cubicBezTo>
                  <a:cubicBezTo>
                    <a:pt x="2393950" y="509270"/>
                    <a:pt x="2399030" y="519430"/>
                    <a:pt x="2399030" y="529590"/>
                  </a:cubicBezTo>
                  <a:cubicBezTo>
                    <a:pt x="2397760" y="541020"/>
                    <a:pt x="2390140" y="556260"/>
                    <a:pt x="2374900" y="567690"/>
                  </a:cubicBezTo>
                  <a:cubicBezTo>
                    <a:pt x="2345690" y="593090"/>
                    <a:pt x="2235200" y="642620"/>
                    <a:pt x="2200910" y="638810"/>
                  </a:cubicBezTo>
                  <a:cubicBezTo>
                    <a:pt x="2185670" y="637540"/>
                    <a:pt x="2175510" y="627380"/>
                    <a:pt x="2169160" y="618490"/>
                  </a:cubicBezTo>
                  <a:cubicBezTo>
                    <a:pt x="2164080" y="610870"/>
                    <a:pt x="2161540" y="600710"/>
                    <a:pt x="2164080" y="590550"/>
                  </a:cubicBezTo>
                  <a:cubicBezTo>
                    <a:pt x="2169160" y="574040"/>
                    <a:pt x="2190750" y="553720"/>
                    <a:pt x="2211070" y="534670"/>
                  </a:cubicBezTo>
                  <a:cubicBezTo>
                    <a:pt x="2240280" y="510540"/>
                    <a:pt x="2297430" y="461010"/>
                    <a:pt x="2325370" y="461010"/>
                  </a:cubicBezTo>
                  <a:cubicBezTo>
                    <a:pt x="2341880" y="461010"/>
                    <a:pt x="2358390" y="474980"/>
                    <a:pt x="2364740" y="485140"/>
                  </a:cubicBezTo>
                  <a:cubicBezTo>
                    <a:pt x="2369820" y="495300"/>
                    <a:pt x="2369820" y="509270"/>
                    <a:pt x="2360930" y="521970"/>
                  </a:cubicBezTo>
                  <a:cubicBezTo>
                    <a:pt x="2343150" y="552450"/>
                    <a:pt x="2227580" y="589280"/>
                    <a:pt x="2188210" y="626110"/>
                  </a:cubicBezTo>
                  <a:cubicBezTo>
                    <a:pt x="2161540" y="650240"/>
                    <a:pt x="2148840" y="693420"/>
                    <a:pt x="2133600" y="702310"/>
                  </a:cubicBezTo>
                  <a:cubicBezTo>
                    <a:pt x="2127250" y="707390"/>
                    <a:pt x="2122170" y="707390"/>
                    <a:pt x="2115820" y="706120"/>
                  </a:cubicBezTo>
                  <a:cubicBezTo>
                    <a:pt x="2105660" y="703580"/>
                    <a:pt x="2085340" y="689610"/>
                    <a:pt x="2081530" y="678180"/>
                  </a:cubicBezTo>
                  <a:cubicBezTo>
                    <a:pt x="2077720" y="668020"/>
                    <a:pt x="2081530" y="651510"/>
                    <a:pt x="2087880" y="642620"/>
                  </a:cubicBezTo>
                  <a:cubicBezTo>
                    <a:pt x="2095500" y="633730"/>
                    <a:pt x="2110740" y="637540"/>
                    <a:pt x="2125980" y="628650"/>
                  </a:cubicBezTo>
                  <a:cubicBezTo>
                    <a:pt x="2156460" y="610870"/>
                    <a:pt x="2213610" y="547370"/>
                    <a:pt x="2252980" y="524510"/>
                  </a:cubicBezTo>
                  <a:cubicBezTo>
                    <a:pt x="2282190" y="508000"/>
                    <a:pt x="2315210" y="490220"/>
                    <a:pt x="2335530" y="492760"/>
                  </a:cubicBezTo>
                  <a:cubicBezTo>
                    <a:pt x="2348230" y="495300"/>
                    <a:pt x="2360930" y="506730"/>
                    <a:pt x="2364740" y="515620"/>
                  </a:cubicBezTo>
                  <a:cubicBezTo>
                    <a:pt x="2368550" y="525780"/>
                    <a:pt x="2369820" y="539750"/>
                    <a:pt x="2362200" y="553720"/>
                  </a:cubicBezTo>
                  <a:cubicBezTo>
                    <a:pt x="2344420" y="585470"/>
                    <a:pt x="2242820" y="666750"/>
                    <a:pt x="2204720" y="673100"/>
                  </a:cubicBezTo>
                  <a:cubicBezTo>
                    <a:pt x="2186940" y="675640"/>
                    <a:pt x="2169160" y="668020"/>
                    <a:pt x="2161540" y="657860"/>
                  </a:cubicBezTo>
                  <a:cubicBezTo>
                    <a:pt x="2153920" y="647700"/>
                    <a:pt x="2152650" y="626110"/>
                    <a:pt x="2160270" y="612140"/>
                  </a:cubicBezTo>
                  <a:cubicBezTo>
                    <a:pt x="2171700" y="591820"/>
                    <a:pt x="2223770" y="560070"/>
                    <a:pt x="2245360" y="560070"/>
                  </a:cubicBezTo>
                  <a:cubicBezTo>
                    <a:pt x="2259330" y="560070"/>
                    <a:pt x="2272030" y="570230"/>
                    <a:pt x="2277110" y="580390"/>
                  </a:cubicBezTo>
                  <a:cubicBezTo>
                    <a:pt x="2282190" y="589280"/>
                    <a:pt x="2284730" y="603250"/>
                    <a:pt x="2278380" y="617220"/>
                  </a:cubicBezTo>
                  <a:cubicBezTo>
                    <a:pt x="2260600" y="654050"/>
                    <a:pt x="2122170" y="763270"/>
                    <a:pt x="2082800" y="765810"/>
                  </a:cubicBezTo>
                  <a:cubicBezTo>
                    <a:pt x="2068830" y="767080"/>
                    <a:pt x="2057400" y="756920"/>
                    <a:pt x="2051050" y="748030"/>
                  </a:cubicBezTo>
                  <a:cubicBezTo>
                    <a:pt x="2044700" y="740410"/>
                    <a:pt x="2042160" y="731520"/>
                    <a:pt x="2044700" y="720090"/>
                  </a:cubicBezTo>
                  <a:cubicBezTo>
                    <a:pt x="2048510" y="699770"/>
                    <a:pt x="2081530" y="655320"/>
                    <a:pt x="2099310" y="638810"/>
                  </a:cubicBezTo>
                  <a:cubicBezTo>
                    <a:pt x="2109470" y="628650"/>
                    <a:pt x="2122170" y="628650"/>
                    <a:pt x="2132330" y="618490"/>
                  </a:cubicBezTo>
                  <a:cubicBezTo>
                    <a:pt x="2142490" y="607060"/>
                    <a:pt x="2146300" y="577850"/>
                    <a:pt x="2157730" y="574040"/>
                  </a:cubicBezTo>
                  <a:cubicBezTo>
                    <a:pt x="2167890" y="570230"/>
                    <a:pt x="2185670" y="577850"/>
                    <a:pt x="2193290" y="586740"/>
                  </a:cubicBezTo>
                  <a:cubicBezTo>
                    <a:pt x="2200910" y="594360"/>
                    <a:pt x="2205990" y="610870"/>
                    <a:pt x="2203450" y="622300"/>
                  </a:cubicBezTo>
                  <a:cubicBezTo>
                    <a:pt x="2200910" y="635000"/>
                    <a:pt x="2185670" y="650240"/>
                    <a:pt x="2172970" y="657860"/>
                  </a:cubicBezTo>
                  <a:cubicBezTo>
                    <a:pt x="2159000" y="666750"/>
                    <a:pt x="2132330" y="664210"/>
                    <a:pt x="2120900" y="671830"/>
                  </a:cubicBezTo>
                  <a:cubicBezTo>
                    <a:pt x="2112010" y="676910"/>
                    <a:pt x="2109470" y="688340"/>
                    <a:pt x="2101850" y="693420"/>
                  </a:cubicBezTo>
                  <a:cubicBezTo>
                    <a:pt x="2094230" y="697230"/>
                    <a:pt x="2082800" y="698500"/>
                    <a:pt x="2073910" y="695960"/>
                  </a:cubicBezTo>
                  <a:cubicBezTo>
                    <a:pt x="2065020" y="693420"/>
                    <a:pt x="2056130" y="688340"/>
                    <a:pt x="2051050" y="680720"/>
                  </a:cubicBezTo>
                  <a:cubicBezTo>
                    <a:pt x="2045970" y="671830"/>
                    <a:pt x="2043430" y="659130"/>
                    <a:pt x="2047240" y="643890"/>
                  </a:cubicBezTo>
                  <a:cubicBezTo>
                    <a:pt x="2053590" y="614680"/>
                    <a:pt x="2095500" y="534670"/>
                    <a:pt x="2120900" y="524510"/>
                  </a:cubicBezTo>
                  <a:cubicBezTo>
                    <a:pt x="2134870" y="518160"/>
                    <a:pt x="2155190" y="525780"/>
                    <a:pt x="2162810" y="534670"/>
                  </a:cubicBezTo>
                  <a:cubicBezTo>
                    <a:pt x="2170430" y="543560"/>
                    <a:pt x="2174240" y="562610"/>
                    <a:pt x="2167890" y="577850"/>
                  </a:cubicBezTo>
                  <a:cubicBezTo>
                    <a:pt x="2157730" y="601980"/>
                    <a:pt x="2105660" y="623570"/>
                    <a:pt x="2073910" y="652780"/>
                  </a:cubicBezTo>
                  <a:cubicBezTo>
                    <a:pt x="2037080" y="687070"/>
                    <a:pt x="1991360" y="756920"/>
                    <a:pt x="1962150" y="770890"/>
                  </a:cubicBezTo>
                  <a:cubicBezTo>
                    <a:pt x="1949450" y="777240"/>
                    <a:pt x="1938020" y="778510"/>
                    <a:pt x="1929130" y="773430"/>
                  </a:cubicBezTo>
                  <a:cubicBezTo>
                    <a:pt x="1917700" y="768350"/>
                    <a:pt x="1907540" y="746760"/>
                    <a:pt x="1907540" y="730250"/>
                  </a:cubicBezTo>
                  <a:cubicBezTo>
                    <a:pt x="1907540" y="707390"/>
                    <a:pt x="1931670" y="669290"/>
                    <a:pt x="1950720" y="647700"/>
                  </a:cubicBezTo>
                  <a:cubicBezTo>
                    <a:pt x="1965960" y="628650"/>
                    <a:pt x="1983740" y="624840"/>
                    <a:pt x="2005330" y="601980"/>
                  </a:cubicBezTo>
                  <a:cubicBezTo>
                    <a:pt x="2047240" y="561340"/>
                    <a:pt x="2132330" y="417830"/>
                    <a:pt x="2170430" y="408940"/>
                  </a:cubicBezTo>
                  <a:cubicBezTo>
                    <a:pt x="2185670" y="403860"/>
                    <a:pt x="2203450" y="414020"/>
                    <a:pt x="2209800" y="422910"/>
                  </a:cubicBezTo>
                  <a:cubicBezTo>
                    <a:pt x="2216150" y="433070"/>
                    <a:pt x="2216150" y="449580"/>
                    <a:pt x="2209800" y="464820"/>
                  </a:cubicBezTo>
                  <a:cubicBezTo>
                    <a:pt x="2195830" y="496570"/>
                    <a:pt x="2117090" y="544830"/>
                    <a:pt x="2085340" y="580390"/>
                  </a:cubicBezTo>
                  <a:cubicBezTo>
                    <a:pt x="2062480" y="605790"/>
                    <a:pt x="2053590" y="632460"/>
                    <a:pt x="2032000" y="652780"/>
                  </a:cubicBezTo>
                  <a:cubicBezTo>
                    <a:pt x="2011680" y="671830"/>
                    <a:pt x="1981200" y="698500"/>
                    <a:pt x="1960880" y="701040"/>
                  </a:cubicBezTo>
                  <a:cubicBezTo>
                    <a:pt x="1949450" y="702310"/>
                    <a:pt x="1936750" y="695960"/>
                    <a:pt x="1930400" y="689610"/>
                  </a:cubicBezTo>
                  <a:cubicBezTo>
                    <a:pt x="1924050" y="681990"/>
                    <a:pt x="1920240" y="668020"/>
                    <a:pt x="1922780" y="656590"/>
                  </a:cubicBezTo>
                  <a:cubicBezTo>
                    <a:pt x="1925320" y="638810"/>
                    <a:pt x="1951990" y="605790"/>
                    <a:pt x="1963420" y="598170"/>
                  </a:cubicBezTo>
                  <a:cubicBezTo>
                    <a:pt x="1969770" y="594360"/>
                    <a:pt x="1973580" y="594360"/>
                    <a:pt x="1979930" y="595630"/>
                  </a:cubicBezTo>
                  <a:cubicBezTo>
                    <a:pt x="1990090" y="598170"/>
                    <a:pt x="2007870" y="609600"/>
                    <a:pt x="2011680" y="621030"/>
                  </a:cubicBezTo>
                  <a:cubicBezTo>
                    <a:pt x="2014220" y="631190"/>
                    <a:pt x="2006600" y="650240"/>
                    <a:pt x="1998980" y="659130"/>
                  </a:cubicBezTo>
                  <a:cubicBezTo>
                    <a:pt x="1990090" y="666750"/>
                    <a:pt x="1972310" y="673100"/>
                    <a:pt x="1962150" y="669290"/>
                  </a:cubicBezTo>
                  <a:cubicBezTo>
                    <a:pt x="1953260" y="665480"/>
                    <a:pt x="1939290" y="650240"/>
                    <a:pt x="1941830" y="637540"/>
                  </a:cubicBezTo>
                  <a:cubicBezTo>
                    <a:pt x="1948180" y="600710"/>
                    <a:pt x="2090420" y="515620"/>
                    <a:pt x="2162810" y="464820"/>
                  </a:cubicBezTo>
                  <a:cubicBezTo>
                    <a:pt x="2225040" y="419100"/>
                    <a:pt x="2273300" y="384810"/>
                    <a:pt x="2346960" y="342900"/>
                  </a:cubicBezTo>
                  <a:cubicBezTo>
                    <a:pt x="2446020" y="284480"/>
                    <a:pt x="2645410" y="160020"/>
                    <a:pt x="2706370" y="156210"/>
                  </a:cubicBezTo>
                  <a:cubicBezTo>
                    <a:pt x="2726690" y="154940"/>
                    <a:pt x="2743200" y="161290"/>
                    <a:pt x="2748280" y="170180"/>
                  </a:cubicBezTo>
                  <a:cubicBezTo>
                    <a:pt x="2753360" y="180340"/>
                    <a:pt x="2750820" y="199390"/>
                    <a:pt x="2738120" y="213360"/>
                  </a:cubicBezTo>
                  <a:cubicBezTo>
                    <a:pt x="2710180" y="247650"/>
                    <a:pt x="2597150" y="274320"/>
                    <a:pt x="2508250" y="320040"/>
                  </a:cubicBezTo>
                  <a:cubicBezTo>
                    <a:pt x="2379980" y="384810"/>
                    <a:pt x="2153920" y="509270"/>
                    <a:pt x="2047240" y="577850"/>
                  </a:cubicBezTo>
                  <a:cubicBezTo>
                    <a:pt x="1985010" y="618490"/>
                    <a:pt x="1941830" y="673100"/>
                    <a:pt x="1907540" y="681990"/>
                  </a:cubicBezTo>
                  <a:cubicBezTo>
                    <a:pt x="1888490" y="685800"/>
                    <a:pt x="1870710" y="681990"/>
                    <a:pt x="1861820" y="673100"/>
                  </a:cubicBezTo>
                  <a:cubicBezTo>
                    <a:pt x="1852930" y="664210"/>
                    <a:pt x="1850390" y="646430"/>
                    <a:pt x="1854200" y="627380"/>
                  </a:cubicBezTo>
                  <a:cubicBezTo>
                    <a:pt x="1861820" y="586740"/>
                    <a:pt x="1934210" y="469900"/>
                    <a:pt x="1962150" y="453390"/>
                  </a:cubicBezTo>
                  <a:cubicBezTo>
                    <a:pt x="1973580" y="448310"/>
                    <a:pt x="1983740" y="450850"/>
                    <a:pt x="1991360" y="453390"/>
                  </a:cubicBezTo>
                  <a:cubicBezTo>
                    <a:pt x="2000250" y="457200"/>
                    <a:pt x="2010410" y="464820"/>
                    <a:pt x="2012950" y="473710"/>
                  </a:cubicBezTo>
                  <a:cubicBezTo>
                    <a:pt x="2018030" y="485140"/>
                    <a:pt x="2012950" y="509270"/>
                    <a:pt x="2007870" y="519430"/>
                  </a:cubicBezTo>
                  <a:cubicBezTo>
                    <a:pt x="2004060" y="525780"/>
                    <a:pt x="1993900" y="530860"/>
                    <a:pt x="1991360" y="530860"/>
                  </a:cubicBezTo>
                  <a:cubicBezTo>
                    <a:pt x="1988820" y="529590"/>
                    <a:pt x="1991360" y="518160"/>
                    <a:pt x="1987550" y="516890"/>
                  </a:cubicBezTo>
                  <a:cubicBezTo>
                    <a:pt x="1979930" y="514350"/>
                    <a:pt x="1948180" y="539750"/>
                    <a:pt x="1931670" y="553720"/>
                  </a:cubicBezTo>
                  <a:cubicBezTo>
                    <a:pt x="1913890" y="568960"/>
                    <a:pt x="1901190" y="596900"/>
                    <a:pt x="1883410" y="603250"/>
                  </a:cubicBezTo>
                  <a:cubicBezTo>
                    <a:pt x="1870710" y="608330"/>
                    <a:pt x="1849120" y="607060"/>
                    <a:pt x="1838960" y="598170"/>
                  </a:cubicBezTo>
                  <a:cubicBezTo>
                    <a:pt x="1830070" y="590550"/>
                    <a:pt x="1823720" y="572770"/>
                    <a:pt x="1827530" y="556260"/>
                  </a:cubicBezTo>
                  <a:cubicBezTo>
                    <a:pt x="1835150" y="525780"/>
                    <a:pt x="1896110" y="471170"/>
                    <a:pt x="1929130" y="444500"/>
                  </a:cubicBezTo>
                  <a:cubicBezTo>
                    <a:pt x="1951990" y="425450"/>
                    <a:pt x="1977390" y="419100"/>
                    <a:pt x="1997710" y="403860"/>
                  </a:cubicBezTo>
                  <a:cubicBezTo>
                    <a:pt x="2016760" y="388620"/>
                    <a:pt x="2030730" y="359410"/>
                    <a:pt x="2047240" y="353060"/>
                  </a:cubicBezTo>
                  <a:cubicBezTo>
                    <a:pt x="2058670" y="347980"/>
                    <a:pt x="2075180" y="351790"/>
                    <a:pt x="2084070" y="356870"/>
                  </a:cubicBezTo>
                  <a:cubicBezTo>
                    <a:pt x="2091690" y="360680"/>
                    <a:pt x="2099310" y="369570"/>
                    <a:pt x="2100580" y="379730"/>
                  </a:cubicBezTo>
                  <a:cubicBezTo>
                    <a:pt x="2101850" y="391160"/>
                    <a:pt x="2098040" y="406400"/>
                    <a:pt x="2085340" y="421640"/>
                  </a:cubicBezTo>
                  <a:cubicBezTo>
                    <a:pt x="2059940" y="454660"/>
                    <a:pt x="1943100" y="524510"/>
                    <a:pt x="1908810" y="532130"/>
                  </a:cubicBezTo>
                  <a:cubicBezTo>
                    <a:pt x="1896110" y="534670"/>
                    <a:pt x="1888490" y="533400"/>
                    <a:pt x="1879600" y="529590"/>
                  </a:cubicBezTo>
                  <a:cubicBezTo>
                    <a:pt x="1871980" y="524510"/>
                    <a:pt x="1863090" y="516890"/>
                    <a:pt x="1860550" y="508000"/>
                  </a:cubicBezTo>
                  <a:cubicBezTo>
                    <a:pt x="1858010" y="495300"/>
                    <a:pt x="1860550" y="476250"/>
                    <a:pt x="1870710" y="462280"/>
                  </a:cubicBezTo>
                  <a:cubicBezTo>
                    <a:pt x="1885950" y="441960"/>
                    <a:pt x="1938020" y="415290"/>
                    <a:pt x="1963420" y="412750"/>
                  </a:cubicBezTo>
                  <a:cubicBezTo>
                    <a:pt x="1981200" y="411480"/>
                    <a:pt x="2001520" y="416560"/>
                    <a:pt x="2009140" y="427990"/>
                  </a:cubicBezTo>
                  <a:cubicBezTo>
                    <a:pt x="2020570" y="444500"/>
                    <a:pt x="2016760" y="482600"/>
                    <a:pt x="2006600" y="514350"/>
                  </a:cubicBezTo>
                  <a:cubicBezTo>
                    <a:pt x="1988820" y="563880"/>
                    <a:pt x="1913890" y="675640"/>
                    <a:pt x="1882140" y="683260"/>
                  </a:cubicBezTo>
                  <a:cubicBezTo>
                    <a:pt x="1866900" y="687070"/>
                    <a:pt x="1849120" y="671830"/>
                    <a:pt x="1842770" y="662940"/>
                  </a:cubicBezTo>
                  <a:cubicBezTo>
                    <a:pt x="1837690" y="655320"/>
                    <a:pt x="1837690" y="643890"/>
                    <a:pt x="1840230" y="635000"/>
                  </a:cubicBezTo>
                  <a:cubicBezTo>
                    <a:pt x="1842770" y="626110"/>
                    <a:pt x="1846580" y="622300"/>
                    <a:pt x="1855470" y="612140"/>
                  </a:cubicBezTo>
                  <a:cubicBezTo>
                    <a:pt x="1879600" y="588010"/>
                    <a:pt x="1969770" y="508000"/>
                    <a:pt x="2002790" y="500380"/>
                  </a:cubicBezTo>
                  <a:cubicBezTo>
                    <a:pt x="2016760" y="496570"/>
                    <a:pt x="2029460" y="500380"/>
                    <a:pt x="2037080" y="508000"/>
                  </a:cubicBezTo>
                  <a:cubicBezTo>
                    <a:pt x="2044700" y="515620"/>
                    <a:pt x="2052320" y="535940"/>
                    <a:pt x="2048510" y="549910"/>
                  </a:cubicBezTo>
                  <a:cubicBezTo>
                    <a:pt x="2042160" y="568960"/>
                    <a:pt x="2006600" y="590550"/>
                    <a:pt x="1985010" y="604520"/>
                  </a:cubicBezTo>
                  <a:cubicBezTo>
                    <a:pt x="1965960" y="617220"/>
                    <a:pt x="1944370" y="631190"/>
                    <a:pt x="1926590" y="635000"/>
                  </a:cubicBezTo>
                  <a:cubicBezTo>
                    <a:pt x="1913890" y="637540"/>
                    <a:pt x="1899920" y="638810"/>
                    <a:pt x="1892300" y="632460"/>
                  </a:cubicBezTo>
                  <a:cubicBezTo>
                    <a:pt x="1882140" y="624840"/>
                    <a:pt x="1874520" y="601980"/>
                    <a:pt x="1878330" y="585470"/>
                  </a:cubicBezTo>
                  <a:cubicBezTo>
                    <a:pt x="1884680" y="557530"/>
                    <a:pt x="1924050" y="524510"/>
                    <a:pt x="1958340" y="492760"/>
                  </a:cubicBezTo>
                  <a:cubicBezTo>
                    <a:pt x="2009140" y="445770"/>
                    <a:pt x="2115820" y="354330"/>
                    <a:pt x="2159000" y="344170"/>
                  </a:cubicBezTo>
                  <a:cubicBezTo>
                    <a:pt x="2175510" y="340360"/>
                    <a:pt x="2190750" y="344170"/>
                    <a:pt x="2199640" y="353060"/>
                  </a:cubicBezTo>
                  <a:cubicBezTo>
                    <a:pt x="2207260" y="360680"/>
                    <a:pt x="2212340" y="375920"/>
                    <a:pt x="2205990" y="393700"/>
                  </a:cubicBezTo>
                  <a:cubicBezTo>
                    <a:pt x="2185670" y="452120"/>
                    <a:pt x="1926590" y="689610"/>
                    <a:pt x="1870710" y="702310"/>
                  </a:cubicBezTo>
                  <a:cubicBezTo>
                    <a:pt x="1854200" y="706120"/>
                    <a:pt x="1842770" y="698500"/>
                    <a:pt x="1836420" y="690880"/>
                  </a:cubicBezTo>
                  <a:cubicBezTo>
                    <a:pt x="1828800" y="684530"/>
                    <a:pt x="1823720" y="671830"/>
                    <a:pt x="1824990" y="656590"/>
                  </a:cubicBezTo>
                  <a:cubicBezTo>
                    <a:pt x="1827530" y="627380"/>
                    <a:pt x="1865630" y="566420"/>
                    <a:pt x="1892300" y="524510"/>
                  </a:cubicBezTo>
                  <a:cubicBezTo>
                    <a:pt x="1916430" y="485140"/>
                    <a:pt x="1950720" y="420370"/>
                    <a:pt x="1974850" y="412750"/>
                  </a:cubicBezTo>
                  <a:cubicBezTo>
                    <a:pt x="1987550" y="407670"/>
                    <a:pt x="2002790" y="415290"/>
                    <a:pt x="2010410" y="422910"/>
                  </a:cubicBezTo>
                  <a:cubicBezTo>
                    <a:pt x="2019300" y="430530"/>
                    <a:pt x="2025650" y="447040"/>
                    <a:pt x="2023110" y="458470"/>
                  </a:cubicBezTo>
                  <a:cubicBezTo>
                    <a:pt x="2020570" y="469900"/>
                    <a:pt x="2005330" y="487680"/>
                    <a:pt x="1991360" y="490220"/>
                  </a:cubicBezTo>
                  <a:cubicBezTo>
                    <a:pt x="1969770" y="495300"/>
                    <a:pt x="1903730" y="463550"/>
                    <a:pt x="1901190" y="452120"/>
                  </a:cubicBezTo>
                  <a:cubicBezTo>
                    <a:pt x="1899920" y="447040"/>
                    <a:pt x="1906270" y="440690"/>
                    <a:pt x="1912620" y="436880"/>
                  </a:cubicBezTo>
                  <a:cubicBezTo>
                    <a:pt x="1918970" y="433070"/>
                    <a:pt x="1930400" y="427990"/>
                    <a:pt x="1939290" y="427990"/>
                  </a:cubicBezTo>
                  <a:cubicBezTo>
                    <a:pt x="1946910" y="429260"/>
                    <a:pt x="1958340" y="431800"/>
                    <a:pt x="1964690" y="439420"/>
                  </a:cubicBezTo>
                  <a:cubicBezTo>
                    <a:pt x="1972310" y="448310"/>
                    <a:pt x="1978660" y="478790"/>
                    <a:pt x="1973580" y="483870"/>
                  </a:cubicBezTo>
                  <a:cubicBezTo>
                    <a:pt x="1964690" y="490220"/>
                    <a:pt x="1906270" y="464820"/>
                    <a:pt x="1905000" y="454660"/>
                  </a:cubicBezTo>
                  <a:cubicBezTo>
                    <a:pt x="1903730" y="448310"/>
                    <a:pt x="1915160" y="438150"/>
                    <a:pt x="1924050" y="434340"/>
                  </a:cubicBezTo>
                  <a:cubicBezTo>
                    <a:pt x="1934210" y="430530"/>
                    <a:pt x="1951990" y="431800"/>
                    <a:pt x="1960880" y="436880"/>
                  </a:cubicBezTo>
                  <a:cubicBezTo>
                    <a:pt x="1968500" y="440690"/>
                    <a:pt x="1976120" y="449580"/>
                    <a:pt x="1978660" y="458470"/>
                  </a:cubicBezTo>
                  <a:cubicBezTo>
                    <a:pt x="1981200" y="466090"/>
                    <a:pt x="1982470" y="473710"/>
                    <a:pt x="1977390" y="486410"/>
                  </a:cubicBezTo>
                  <a:cubicBezTo>
                    <a:pt x="1964690" y="519430"/>
                    <a:pt x="1877060" y="629920"/>
                    <a:pt x="1841500" y="648970"/>
                  </a:cubicBezTo>
                  <a:cubicBezTo>
                    <a:pt x="1824990" y="656590"/>
                    <a:pt x="1808480" y="656590"/>
                    <a:pt x="1798320" y="651510"/>
                  </a:cubicBezTo>
                  <a:cubicBezTo>
                    <a:pt x="1789430" y="646430"/>
                    <a:pt x="1781810" y="631190"/>
                    <a:pt x="1780540" y="621030"/>
                  </a:cubicBezTo>
                  <a:cubicBezTo>
                    <a:pt x="1779270" y="612140"/>
                    <a:pt x="1780540" y="604520"/>
                    <a:pt x="1788160" y="595630"/>
                  </a:cubicBezTo>
                  <a:cubicBezTo>
                    <a:pt x="1805940" y="574040"/>
                    <a:pt x="1888490" y="544830"/>
                    <a:pt x="1922780" y="521970"/>
                  </a:cubicBezTo>
                  <a:cubicBezTo>
                    <a:pt x="1945640" y="505460"/>
                    <a:pt x="1959610" y="482600"/>
                    <a:pt x="1977390" y="474980"/>
                  </a:cubicBezTo>
                  <a:cubicBezTo>
                    <a:pt x="1990090" y="469900"/>
                    <a:pt x="2004060" y="467360"/>
                    <a:pt x="2015490" y="472440"/>
                  </a:cubicBezTo>
                  <a:cubicBezTo>
                    <a:pt x="2029460" y="480060"/>
                    <a:pt x="2048510" y="505460"/>
                    <a:pt x="2049780" y="520700"/>
                  </a:cubicBezTo>
                  <a:cubicBezTo>
                    <a:pt x="2049780" y="534670"/>
                    <a:pt x="2040890" y="543560"/>
                    <a:pt x="2029460" y="560070"/>
                  </a:cubicBezTo>
                  <a:cubicBezTo>
                    <a:pt x="1996440" y="607060"/>
                    <a:pt x="1869440" y="755650"/>
                    <a:pt x="1813560" y="797560"/>
                  </a:cubicBezTo>
                  <a:cubicBezTo>
                    <a:pt x="1785620" y="819150"/>
                    <a:pt x="1762760" y="833120"/>
                    <a:pt x="1743710" y="834390"/>
                  </a:cubicBezTo>
                  <a:cubicBezTo>
                    <a:pt x="1729740" y="835660"/>
                    <a:pt x="1713230" y="829310"/>
                    <a:pt x="1706880" y="821690"/>
                  </a:cubicBezTo>
                  <a:cubicBezTo>
                    <a:pt x="1700530" y="812800"/>
                    <a:pt x="1700530" y="798830"/>
                    <a:pt x="1705610" y="782320"/>
                  </a:cubicBezTo>
                  <a:cubicBezTo>
                    <a:pt x="1723390" y="735330"/>
                    <a:pt x="1861820" y="599440"/>
                    <a:pt x="1918970" y="548640"/>
                  </a:cubicBezTo>
                  <a:cubicBezTo>
                    <a:pt x="1950720" y="519430"/>
                    <a:pt x="1981200" y="487680"/>
                    <a:pt x="2002790" y="487680"/>
                  </a:cubicBezTo>
                  <a:cubicBezTo>
                    <a:pt x="2015490" y="486410"/>
                    <a:pt x="2030730" y="497840"/>
                    <a:pt x="2035810" y="506730"/>
                  </a:cubicBezTo>
                  <a:cubicBezTo>
                    <a:pt x="2039620" y="514350"/>
                    <a:pt x="2039620" y="523240"/>
                    <a:pt x="2033270" y="537210"/>
                  </a:cubicBezTo>
                  <a:cubicBezTo>
                    <a:pt x="2015490" y="579120"/>
                    <a:pt x="1884680" y="704850"/>
                    <a:pt x="1827530" y="754380"/>
                  </a:cubicBezTo>
                  <a:cubicBezTo>
                    <a:pt x="1791970" y="786130"/>
                    <a:pt x="1760220" y="819150"/>
                    <a:pt x="1734820" y="821690"/>
                  </a:cubicBezTo>
                  <a:cubicBezTo>
                    <a:pt x="1718310" y="821690"/>
                    <a:pt x="1699260" y="808990"/>
                    <a:pt x="1694180" y="798830"/>
                  </a:cubicBezTo>
                  <a:cubicBezTo>
                    <a:pt x="1689100" y="789940"/>
                    <a:pt x="1691640" y="782320"/>
                    <a:pt x="1697990" y="767080"/>
                  </a:cubicBezTo>
                  <a:cubicBezTo>
                    <a:pt x="1718310" y="715010"/>
                    <a:pt x="1871980" y="513080"/>
                    <a:pt x="1922780" y="464820"/>
                  </a:cubicBezTo>
                  <a:cubicBezTo>
                    <a:pt x="1943100" y="445770"/>
                    <a:pt x="1958340" y="435610"/>
                    <a:pt x="1972310" y="431800"/>
                  </a:cubicBezTo>
                  <a:cubicBezTo>
                    <a:pt x="1982470" y="430530"/>
                    <a:pt x="1991360" y="431800"/>
                    <a:pt x="1997710" y="435610"/>
                  </a:cubicBezTo>
                  <a:cubicBezTo>
                    <a:pt x="2006600" y="440690"/>
                    <a:pt x="2015490" y="454660"/>
                    <a:pt x="2016760" y="463550"/>
                  </a:cubicBezTo>
                  <a:cubicBezTo>
                    <a:pt x="2018030" y="471170"/>
                    <a:pt x="2016760" y="480060"/>
                    <a:pt x="2010410" y="487680"/>
                  </a:cubicBezTo>
                  <a:cubicBezTo>
                    <a:pt x="2000250" y="500380"/>
                    <a:pt x="1972310" y="501650"/>
                    <a:pt x="1949450" y="521970"/>
                  </a:cubicBezTo>
                  <a:cubicBezTo>
                    <a:pt x="1902460" y="561340"/>
                    <a:pt x="1822450" y="688340"/>
                    <a:pt x="1771650" y="741680"/>
                  </a:cubicBezTo>
                  <a:cubicBezTo>
                    <a:pt x="1737360" y="775970"/>
                    <a:pt x="1708150" y="811530"/>
                    <a:pt x="1681480" y="820420"/>
                  </a:cubicBezTo>
                  <a:cubicBezTo>
                    <a:pt x="1667510" y="826770"/>
                    <a:pt x="1649730" y="826770"/>
                    <a:pt x="1640840" y="819150"/>
                  </a:cubicBezTo>
                  <a:cubicBezTo>
                    <a:pt x="1631950" y="811530"/>
                    <a:pt x="1625600" y="787400"/>
                    <a:pt x="1631950" y="772160"/>
                  </a:cubicBezTo>
                  <a:cubicBezTo>
                    <a:pt x="1640840" y="750570"/>
                    <a:pt x="1691640" y="745490"/>
                    <a:pt x="1722120" y="716280"/>
                  </a:cubicBezTo>
                  <a:cubicBezTo>
                    <a:pt x="1769110" y="670560"/>
                    <a:pt x="1830070" y="508000"/>
                    <a:pt x="1866900" y="504190"/>
                  </a:cubicBezTo>
                  <a:cubicBezTo>
                    <a:pt x="1884680" y="501650"/>
                    <a:pt x="1910080" y="525780"/>
                    <a:pt x="1910080" y="541020"/>
                  </a:cubicBezTo>
                  <a:cubicBezTo>
                    <a:pt x="1911350" y="567690"/>
                    <a:pt x="1842770" y="613410"/>
                    <a:pt x="1800860" y="648970"/>
                  </a:cubicBezTo>
                  <a:cubicBezTo>
                    <a:pt x="1751330" y="689610"/>
                    <a:pt x="1676400" y="754380"/>
                    <a:pt x="1628140" y="772160"/>
                  </a:cubicBezTo>
                  <a:cubicBezTo>
                    <a:pt x="1598930" y="782320"/>
                    <a:pt x="1567180" y="782320"/>
                    <a:pt x="1550670" y="775970"/>
                  </a:cubicBezTo>
                  <a:cubicBezTo>
                    <a:pt x="1540510" y="770890"/>
                    <a:pt x="1531620" y="760730"/>
                    <a:pt x="1529080" y="751840"/>
                  </a:cubicBezTo>
                  <a:cubicBezTo>
                    <a:pt x="1526540" y="744220"/>
                    <a:pt x="1526540" y="737870"/>
                    <a:pt x="1532890" y="727710"/>
                  </a:cubicBezTo>
                  <a:cubicBezTo>
                    <a:pt x="1553210" y="689610"/>
                    <a:pt x="1719580" y="589280"/>
                    <a:pt x="1789430" y="528320"/>
                  </a:cubicBezTo>
                  <a:cubicBezTo>
                    <a:pt x="1842770" y="482600"/>
                    <a:pt x="1888490" y="402590"/>
                    <a:pt x="1920240" y="398780"/>
                  </a:cubicBezTo>
                  <a:cubicBezTo>
                    <a:pt x="1935480" y="397510"/>
                    <a:pt x="1951990" y="410210"/>
                    <a:pt x="1957070" y="420370"/>
                  </a:cubicBezTo>
                  <a:cubicBezTo>
                    <a:pt x="1962150" y="430530"/>
                    <a:pt x="1960880" y="448310"/>
                    <a:pt x="1955800" y="455930"/>
                  </a:cubicBezTo>
                  <a:cubicBezTo>
                    <a:pt x="1950720" y="463550"/>
                    <a:pt x="1938020" y="459740"/>
                    <a:pt x="1925320" y="468630"/>
                  </a:cubicBezTo>
                  <a:cubicBezTo>
                    <a:pt x="1892300" y="492760"/>
                    <a:pt x="1812290" y="615950"/>
                    <a:pt x="1766570" y="650240"/>
                  </a:cubicBezTo>
                  <a:cubicBezTo>
                    <a:pt x="1741170" y="669290"/>
                    <a:pt x="1714500" y="685800"/>
                    <a:pt x="1697990" y="680720"/>
                  </a:cubicBezTo>
                  <a:cubicBezTo>
                    <a:pt x="1684020" y="678180"/>
                    <a:pt x="1668780" y="655320"/>
                    <a:pt x="1668780" y="642620"/>
                  </a:cubicBezTo>
                  <a:cubicBezTo>
                    <a:pt x="1668780" y="628650"/>
                    <a:pt x="1686560" y="613410"/>
                    <a:pt x="1697990" y="601980"/>
                  </a:cubicBezTo>
                  <a:cubicBezTo>
                    <a:pt x="1711960" y="590550"/>
                    <a:pt x="1733550" y="588010"/>
                    <a:pt x="1744980" y="576580"/>
                  </a:cubicBezTo>
                  <a:cubicBezTo>
                    <a:pt x="1755140" y="566420"/>
                    <a:pt x="1756410" y="543560"/>
                    <a:pt x="1766570" y="537210"/>
                  </a:cubicBezTo>
                  <a:cubicBezTo>
                    <a:pt x="1775460" y="533400"/>
                    <a:pt x="1790700" y="534670"/>
                    <a:pt x="1798320" y="539750"/>
                  </a:cubicBezTo>
                  <a:cubicBezTo>
                    <a:pt x="1805940" y="544830"/>
                    <a:pt x="1814830" y="557530"/>
                    <a:pt x="1814830" y="567690"/>
                  </a:cubicBezTo>
                  <a:cubicBezTo>
                    <a:pt x="1813560" y="581660"/>
                    <a:pt x="1798320" y="594360"/>
                    <a:pt x="1775460" y="612140"/>
                  </a:cubicBezTo>
                  <a:cubicBezTo>
                    <a:pt x="1711960" y="666750"/>
                    <a:pt x="1410970" y="858520"/>
                    <a:pt x="1343660" y="868680"/>
                  </a:cubicBezTo>
                  <a:cubicBezTo>
                    <a:pt x="1325880" y="871220"/>
                    <a:pt x="1314450" y="866140"/>
                    <a:pt x="1306830" y="858520"/>
                  </a:cubicBezTo>
                  <a:cubicBezTo>
                    <a:pt x="1300480" y="852170"/>
                    <a:pt x="1297940" y="838200"/>
                    <a:pt x="1299210" y="828040"/>
                  </a:cubicBezTo>
                  <a:cubicBezTo>
                    <a:pt x="1303020" y="815340"/>
                    <a:pt x="1314450" y="805180"/>
                    <a:pt x="1332230" y="788670"/>
                  </a:cubicBezTo>
                  <a:cubicBezTo>
                    <a:pt x="1374140" y="751840"/>
                    <a:pt x="1494790" y="687070"/>
                    <a:pt x="1573530" y="628650"/>
                  </a:cubicBezTo>
                  <a:cubicBezTo>
                    <a:pt x="1652270" y="570230"/>
                    <a:pt x="1755140" y="447040"/>
                    <a:pt x="1802130" y="436880"/>
                  </a:cubicBezTo>
                  <a:cubicBezTo>
                    <a:pt x="1819910" y="433070"/>
                    <a:pt x="1837690" y="439420"/>
                    <a:pt x="1844040" y="447040"/>
                  </a:cubicBezTo>
                  <a:cubicBezTo>
                    <a:pt x="1850390" y="455930"/>
                    <a:pt x="1850390" y="471170"/>
                    <a:pt x="1842770" y="483870"/>
                  </a:cubicBezTo>
                  <a:cubicBezTo>
                    <a:pt x="1828800" y="511810"/>
                    <a:pt x="1775460" y="542290"/>
                    <a:pt x="1720850" y="579120"/>
                  </a:cubicBezTo>
                  <a:cubicBezTo>
                    <a:pt x="1621790" y="647700"/>
                    <a:pt x="1372870" y="772160"/>
                    <a:pt x="1290320" y="842010"/>
                  </a:cubicBezTo>
                  <a:cubicBezTo>
                    <a:pt x="1250950" y="875030"/>
                    <a:pt x="1238250" y="920750"/>
                    <a:pt x="1215390" y="929640"/>
                  </a:cubicBezTo>
                  <a:cubicBezTo>
                    <a:pt x="1202690" y="935990"/>
                    <a:pt x="1187450" y="933450"/>
                    <a:pt x="1179830" y="928370"/>
                  </a:cubicBezTo>
                  <a:cubicBezTo>
                    <a:pt x="1172210" y="923290"/>
                    <a:pt x="1165860" y="913130"/>
                    <a:pt x="1167130" y="901700"/>
                  </a:cubicBezTo>
                  <a:cubicBezTo>
                    <a:pt x="1170940" y="873760"/>
                    <a:pt x="1239520" y="815340"/>
                    <a:pt x="1289050" y="769620"/>
                  </a:cubicBezTo>
                  <a:cubicBezTo>
                    <a:pt x="1351280" y="708660"/>
                    <a:pt x="1441450" y="635000"/>
                    <a:pt x="1520190" y="574040"/>
                  </a:cubicBezTo>
                  <a:cubicBezTo>
                    <a:pt x="1595120" y="514350"/>
                    <a:pt x="1704340" y="415290"/>
                    <a:pt x="1750060" y="407670"/>
                  </a:cubicBezTo>
                  <a:cubicBezTo>
                    <a:pt x="1765300" y="403860"/>
                    <a:pt x="1779270" y="408940"/>
                    <a:pt x="1785620" y="416560"/>
                  </a:cubicBezTo>
                  <a:cubicBezTo>
                    <a:pt x="1791970" y="425450"/>
                    <a:pt x="1793240" y="449580"/>
                    <a:pt x="1785620" y="459740"/>
                  </a:cubicBezTo>
                  <a:cubicBezTo>
                    <a:pt x="1775460" y="472440"/>
                    <a:pt x="1752600" y="466090"/>
                    <a:pt x="1725930" y="477520"/>
                  </a:cubicBezTo>
                  <a:cubicBezTo>
                    <a:pt x="1664970" y="509270"/>
                    <a:pt x="1526540" y="614680"/>
                    <a:pt x="1432560" y="687070"/>
                  </a:cubicBezTo>
                  <a:cubicBezTo>
                    <a:pt x="1338580" y="758190"/>
                    <a:pt x="1212850" y="853440"/>
                    <a:pt x="1162050" y="908050"/>
                  </a:cubicBezTo>
                  <a:cubicBezTo>
                    <a:pt x="1137920" y="934720"/>
                    <a:pt x="1131570" y="969010"/>
                    <a:pt x="1116330" y="974090"/>
                  </a:cubicBezTo>
                  <a:cubicBezTo>
                    <a:pt x="1104900" y="976630"/>
                    <a:pt x="1087120" y="967740"/>
                    <a:pt x="1082040" y="958850"/>
                  </a:cubicBezTo>
                  <a:cubicBezTo>
                    <a:pt x="1076960" y="949960"/>
                    <a:pt x="1076960" y="938530"/>
                    <a:pt x="1084580" y="922020"/>
                  </a:cubicBezTo>
                  <a:cubicBezTo>
                    <a:pt x="1107440" y="869950"/>
                    <a:pt x="1303020" y="704850"/>
                    <a:pt x="1372870" y="655320"/>
                  </a:cubicBezTo>
                  <a:cubicBezTo>
                    <a:pt x="1405890" y="629920"/>
                    <a:pt x="1423670" y="631190"/>
                    <a:pt x="1454150" y="609600"/>
                  </a:cubicBezTo>
                  <a:cubicBezTo>
                    <a:pt x="1501140" y="576580"/>
                    <a:pt x="1581150" y="474980"/>
                    <a:pt x="1617980" y="461010"/>
                  </a:cubicBezTo>
                  <a:cubicBezTo>
                    <a:pt x="1633220" y="455930"/>
                    <a:pt x="1645920" y="455930"/>
                    <a:pt x="1654810" y="461010"/>
                  </a:cubicBezTo>
                  <a:cubicBezTo>
                    <a:pt x="1662430" y="466090"/>
                    <a:pt x="1668780" y="478790"/>
                    <a:pt x="1667510" y="487680"/>
                  </a:cubicBezTo>
                  <a:cubicBezTo>
                    <a:pt x="1667510" y="496570"/>
                    <a:pt x="1663700" y="504190"/>
                    <a:pt x="1653540" y="514350"/>
                  </a:cubicBezTo>
                  <a:cubicBezTo>
                    <a:pt x="1620520" y="548640"/>
                    <a:pt x="1469390" y="612140"/>
                    <a:pt x="1380490" y="671830"/>
                  </a:cubicBezTo>
                  <a:cubicBezTo>
                    <a:pt x="1286510" y="735330"/>
                    <a:pt x="1158240" y="876300"/>
                    <a:pt x="1108710" y="886460"/>
                  </a:cubicBezTo>
                  <a:cubicBezTo>
                    <a:pt x="1092200" y="890270"/>
                    <a:pt x="1079500" y="885190"/>
                    <a:pt x="1073150" y="877570"/>
                  </a:cubicBezTo>
                  <a:cubicBezTo>
                    <a:pt x="1065530" y="871220"/>
                    <a:pt x="1062990" y="859790"/>
                    <a:pt x="1065530" y="848360"/>
                  </a:cubicBezTo>
                  <a:cubicBezTo>
                    <a:pt x="1070610" y="822960"/>
                    <a:pt x="1111250" y="781050"/>
                    <a:pt x="1143000" y="744220"/>
                  </a:cubicBezTo>
                  <a:cubicBezTo>
                    <a:pt x="1184910" y="697230"/>
                    <a:pt x="1250950" y="633730"/>
                    <a:pt x="1297940" y="595630"/>
                  </a:cubicBezTo>
                  <a:cubicBezTo>
                    <a:pt x="1333500" y="565150"/>
                    <a:pt x="1352550" y="552450"/>
                    <a:pt x="1395730" y="524510"/>
                  </a:cubicBezTo>
                  <a:cubicBezTo>
                    <a:pt x="1474470" y="473710"/>
                    <a:pt x="1681480" y="331470"/>
                    <a:pt x="1736090" y="327660"/>
                  </a:cubicBezTo>
                  <a:cubicBezTo>
                    <a:pt x="1753870" y="326390"/>
                    <a:pt x="1765300" y="331470"/>
                    <a:pt x="1770380" y="340360"/>
                  </a:cubicBezTo>
                  <a:cubicBezTo>
                    <a:pt x="1776730" y="349250"/>
                    <a:pt x="1775460" y="372110"/>
                    <a:pt x="1765300" y="382270"/>
                  </a:cubicBezTo>
                  <a:cubicBezTo>
                    <a:pt x="1751330" y="400050"/>
                    <a:pt x="1703070" y="397510"/>
                    <a:pt x="1666240" y="414020"/>
                  </a:cubicBezTo>
                  <a:cubicBezTo>
                    <a:pt x="1614170" y="438150"/>
                    <a:pt x="1549400" y="482600"/>
                    <a:pt x="1487170" y="524510"/>
                  </a:cubicBezTo>
                  <a:cubicBezTo>
                    <a:pt x="1418590" y="574040"/>
                    <a:pt x="1342390" y="631190"/>
                    <a:pt x="1272540" y="692150"/>
                  </a:cubicBezTo>
                  <a:cubicBezTo>
                    <a:pt x="1197610" y="755650"/>
                    <a:pt x="1121410" y="824230"/>
                    <a:pt x="1052830" y="897890"/>
                  </a:cubicBezTo>
                  <a:cubicBezTo>
                    <a:pt x="984250" y="972820"/>
                    <a:pt x="897890" y="1129030"/>
                    <a:pt x="858520" y="1137920"/>
                  </a:cubicBezTo>
                  <a:cubicBezTo>
                    <a:pt x="844550" y="1141730"/>
                    <a:pt x="830580" y="1131570"/>
                    <a:pt x="825500" y="1122680"/>
                  </a:cubicBezTo>
                  <a:cubicBezTo>
                    <a:pt x="820420" y="1113790"/>
                    <a:pt x="821690" y="1103630"/>
                    <a:pt x="828040" y="1087120"/>
                  </a:cubicBezTo>
                  <a:cubicBezTo>
                    <a:pt x="852170" y="1023620"/>
                    <a:pt x="1038860" y="796290"/>
                    <a:pt x="1140460" y="685800"/>
                  </a:cubicBezTo>
                  <a:cubicBezTo>
                    <a:pt x="1221740" y="596900"/>
                    <a:pt x="1306830" y="513080"/>
                    <a:pt x="1377950" y="462280"/>
                  </a:cubicBezTo>
                  <a:cubicBezTo>
                    <a:pt x="1426210" y="426720"/>
                    <a:pt x="1482090" y="391160"/>
                    <a:pt x="1512570" y="389890"/>
                  </a:cubicBezTo>
                  <a:cubicBezTo>
                    <a:pt x="1527810" y="388620"/>
                    <a:pt x="1541780" y="394970"/>
                    <a:pt x="1548130" y="403860"/>
                  </a:cubicBezTo>
                  <a:cubicBezTo>
                    <a:pt x="1554480" y="411480"/>
                    <a:pt x="1555750" y="431800"/>
                    <a:pt x="1548130" y="441960"/>
                  </a:cubicBezTo>
                  <a:cubicBezTo>
                    <a:pt x="1536700" y="457200"/>
                    <a:pt x="1492250" y="454660"/>
                    <a:pt x="1459230" y="467360"/>
                  </a:cubicBezTo>
                  <a:cubicBezTo>
                    <a:pt x="1413510" y="483870"/>
                    <a:pt x="1353820" y="506730"/>
                    <a:pt x="1304290" y="542290"/>
                  </a:cubicBezTo>
                  <a:cubicBezTo>
                    <a:pt x="1247140" y="582930"/>
                    <a:pt x="1174750" y="689610"/>
                    <a:pt x="1140460" y="704850"/>
                  </a:cubicBezTo>
                  <a:cubicBezTo>
                    <a:pt x="1127760" y="709930"/>
                    <a:pt x="1117600" y="709930"/>
                    <a:pt x="1108710" y="706120"/>
                  </a:cubicBezTo>
                  <a:cubicBezTo>
                    <a:pt x="1099820" y="701040"/>
                    <a:pt x="1089660" y="684530"/>
                    <a:pt x="1090930" y="673100"/>
                  </a:cubicBezTo>
                  <a:cubicBezTo>
                    <a:pt x="1092200" y="655320"/>
                    <a:pt x="1112520" y="637540"/>
                    <a:pt x="1139190" y="612140"/>
                  </a:cubicBezTo>
                  <a:cubicBezTo>
                    <a:pt x="1207770" y="546100"/>
                    <a:pt x="1446530" y="382270"/>
                    <a:pt x="1559560" y="318770"/>
                  </a:cubicBezTo>
                  <a:cubicBezTo>
                    <a:pt x="1628140" y="278130"/>
                    <a:pt x="1697990" y="237490"/>
                    <a:pt x="1734820" y="237490"/>
                  </a:cubicBezTo>
                  <a:cubicBezTo>
                    <a:pt x="1752600" y="237490"/>
                    <a:pt x="1770380" y="245110"/>
                    <a:pt x="1774190" y="254000"/>
                  </a:cubicBezTo>
                  <a:cubicBezTo>
                    <a:pt x="1779270" y="264160"/>
                    <a:pt x="1774190" y="280670"/>
                    <a:pt x="1762760" y="295910"/>
                  </a:cubicBezTo>
                  <a:cubicBezTo>
                    <a:pt x="1729740" y="336550"/>
                    <a:pt x="1579880" y="383540"/>
                    <a:pt x="1485900" y="444500"/>
                  </a:cubicBezTo>
                  <a:cubicBezTo>
                    <a:pt x="1377950" y="514350"/>
                    <a:pt x="1253490" y="605790"/>
                    <a:pt x="1158240" y="695960"/>
                  </a:cubicBezTo>
                  <a:cubicBezTo>
                    <a:pt x="1071880" y="777240"/>
                    <a:pt x="982980" y="941070"/>
                    <a:pt x="935990" y="957580"/>
                  </a:cubicBezTo>
                  <a:cubicBezTo>
                    <a:pt x="919480" y="962660"/>
                    <a:pt x="902970" y="957580"/>
                    <a:pt x="896620" y="949960"/>
                  </a:cubicBezTo>
                  <a:cubicBezTo>
                    <a:pt x="887730" y="941070"/>
                    <a:pt x="886460" y="918210"/>
                    <a:pt x="894080" y="902970"/>
                  </a:cubicBezTo>
                  <a:cubicBezTo>
                    <a:pt x="904240" y="880110"/>
                    <a:pt x="941070" y="869950"/>
                    <a:pt x="972820" y="838200"/>
                  </a:cubicBezTo>
                  <a:cubicBezTo>
                    <a:pt x="1032510" y="774700"/>
                    <a:pt x="1159510" y="548640"/>
                    <a:pt x="1209040" y="521970"/>
                  </a:cubicBezTo>
                  <a:cubicBezTo>
                    <a:pt x="1225550" y="513080"/>
                    <a:pt x="1239520" y="514350"/>
                    <a:pt x="1249680" y="519430"/>
                  </a:cubicBezTo>
                  <a:cubicBezTo>
                    <a:pt x="1258570" y="524510"/>
                    <a:pt x="1268730" y="542290"/>
                    <a:pt x="1266190" y="556260"/>
                  </a:cubicBezTo>
                  <a:cubicBezTo>
                    <a:pt x="1258570" y="582930"/>
                    <a:pt x="1179830" y="618490"/>
                    <a:pt x="1139190" y="656590"/>
                  </a:cubicBezTo>
                  <a:cubicBezTo>
                    <a:pt x="1096010" y="697230"/>
                    <a:pt x="1046480" y="783590"/>
                    <a:pt x="1013460" y="796290"/>
                  </a:cubicBezTo>
                  <a:cubicBezTo>
                    <a:pt x="998220" y="802640"/>
                    <a:pt x="980440" y="798830"/>
                    <a:pt x="972820" y="791210"/>
                  </a:cubicBezTo>
                  <a:cubicBezTo>
                    <a:pt x="965200" y="783590"/>
                    <a:pt x="961390" y="748030"/>
                    <a:pt x="967740" y="744220"/>
                  </a:cubicBezTo>
                  <a:cubicBezTo>
                    <a:pt x="974090" y="741680"/>
                    <a:pt x="1026160" y="786130"/>
                    <a:pt x="1023620" y="793750"/>
                  </a:cubicBezTo>
                  <a:cubicBezTo>
                    <a:pt x="1021080" y="800100"/>
                    <a:pt x="985520" y="801370"/>
                    <a:pt x="976630" y="793750"/>
                  </a:cubicBezTo>
                  <a:cubicBezTo>
                    <a:pt x="967740" y="786130"/>
                    <a:pt x="963930" y="767080"/>
                    <a:pt x="970280" y="746760"/>
                  </a:cubicBezTo>
                  <a:cubicBezTo>
                    <a:pt x="991870" y="687070"/>
                    <a:pt x="1211580" y="472440"/>
                    <a:pt x="1271270" y="449580"/>
                  </a:cubicBezTo>
                  <a:cubicBezTo>
                    <a:pt x="1290320" y="441960"/>
                    <a:pt x="1308100" y="444500"/>
                    <a:pt x="1315720" y="452120"/>
                  </a:cubicBezTo>
                  <a:cubicBezTo>
                    <a:pt x="1324610" y="461010"/>
                    <a:pt x="1325880" y="481330"/>
                    <a:pt x="1319530" y="497840"/>
                  </a:cubicBezTo>
                  <a:cubicBezTo>
                    <a:pt x="1308100" y="524510"/>
                    <a:pt x="1257300" y="546100"/>
                    <a:pt x="1219200" y="582930"/>
                  </a:cubicBezTo>
                  <a:cubicBezTo>
                    <a:pt x="1162050" y="638810"/>
                    <a:pt x="1074420" y="734060"/>
                    <a:pt x="1017270" y="807720"/>
                  </a:cubicBezTo>
                  <a:cubicBezTo>
                    <a:pt x="967740" y="871220"/>
                    <a:pt x="925830" y="981710"/>
                    <a:pt x="891540" y="994410"/>
                  </a:cubicBezTo>
                  <a:cubicBezTo>
                    <a:pt x="876300" y="1000760"/>
                    <a:pt x="859790" y="994410"/>
                    <a:pt x="852170" y="986790"/>
                  </a:cubicBezTo>
                  <a:cubicBezTo>
                    <a:pt x="844550" y="977900"/>
                    <a:pt x="840740" y="962660"/>
                    <a:pt x="845820" y="946150"/>
                  </a:cubicBezTo>
                  <a:cubicBezTo>
                    <a:pt x="857250" y="910590"/>
                    <a:pt x="941070" y="854710"/>
                    <a:pt x="986790" y="801370"/>
                  </a:cubicBezTo>
                  <a:cubicBezTo>
                    <a:pt x="1036320" y="744220"/>
                    <a:pt x="1098550" y="613410"/>
                    <a:pt x="1129030" y="612140"/>
                  </a:cubicBezTo>
                  <a:cubicBezTo>
                    <a:pt x="1143000" y="612140"/>
                    <a:pt x="1160780" y="632460"/>
                    <a:pt x="1160780" y="646430"/>
                  </a:cubicBezTo>
                  <a:cubicBezTo>
                    <a:pt x="1158240" y="678180"/>
                    <a:pt x="1033780" y="778510"/>
                    <a:pt x="995680" y="789940"/>
                  </a:cubicBezTo>
                  <a:cubicBezTo>
                    <a:pt x="979170" y="795020"/>
                    <a:pt x="963930" y="792480"/>
                    <a:pt x="955040" y="784860"/>
                  </a:cubicBezTo>
                  <a:cubicBezTo>
                    <a:pt x="947420" y="778510"/>
                    <a:pt x="942340" y="763270"/>
                    <a:pt x="944880" y="746760"/>
                  </a:cubicBezTo>
                  <a:cubicBezTo>
                    <a:pt x="951230" y="703580"/>
                    <a:pt x="1026160" y="599440"/>
                    <a:pt x="1065530" y="541020"/>
                  </a:cubicBezTo>
                  <a:cubicBezTo>
                    <a:pt x="1098550" y="492760"/>
                    <a:pt x="1135380" y="436880"/>
                    <a:pt x="1160780" y="417830"/>
                  </a:cubicBezTo>
                  <a:cubicBezTo>
                    <a:pt x="1172210" y="408940"/>
                    <a:pt x="1181100" y="405130"/>
                    <a:pt x="1189990" y="406400"/>
                  </a:cubicBezTo>
                  <a:cubicBezTo>
                    <a:pt x="1197610" y="406400"/>
                    <a:pt x="1206500" y="410210"/>
                    <a:pt x="1211580" y="416560"/>
                  </a:cubicBezTo>
                  <a:cubicBezTo>
                    <a:pt x="1216660" y="425450"/>
                    <a:pt x="1220470" y="445770"/>
                    <a:pt x="1212850" y="461010"/>
                  </a:cubicBezTo>
                  <a:cubicBezTo>
                    <a:pt x="1196340" y="492760"/>
                    <a:pt x="1098550" y="527050"/>
                    <a:pt x="1065530" y="558800"/>
                  </a:cubicBezTo>
                  <a:cubicBezTo>
                    <a:pt x="1043940" y="580390"/>
                    <a:pt x="1042670" y="595630"/>
                    <a:pt x="1019810" y="623570"/>
                  </a:cubicBezTo>
                  <a:cubicBezTo>
                    <a:pt x="971550" y="681990"/>
                    <a:pt x="817880" y="868680"/>
                    <a:pt x="765810" y="883920"/>
                  </a:cubicBezTo>
                  <a:cubicBezTo>
                    <a:pt x="748030" y="889000"/>
                    <a:pt x="731520" y="882650"/>
                    <a:pt x="725170" y="873760"/>
                  </a:cubicBezTo>
                  <a:cubicBezTo>
                    <a:pt x="718820" y="864870"/>
                    <a:pt x="721360" y="849630"/>
                    <a:pt x="730250" y="831850"/>
                  </a:cubicBezTo>
                  <a:cubicBezTo>
                    <a:pt x="756920" y="778510"/>
                    <a:pt x="901700" y="656590"/>
                    <a:pt x="1009650" y="571500"/>
                  </a:cubicBezTo>
                  <a:cubicBezTo>
                    <a:pt x="1140460" y="469900"/>
                    <a:pt x="1323340" y="359410"/>
                    <a:pt x="1465580" y="271780"/>
                  </a:cubicBezTo>
                  <a:cubicBezTo>
                    <a:pt x="1587500" y="196850"/>
                    <a:pt x="1739900" y="125730"/>
                    <a:pt x="1812290" y="73660"/>
                  </a:cubicBezTo>
                  <a:cubicBezTo>
                    <a:pt x="1849120" y="46990"/>
                    <a:pt x="1868170" y="10160"/>
                    <a:pt x="1889760" y="3810"/>
                  </a:cubicBezTo>
                  <a:cubicBezTo>
                    <a:pt x="1903730" y="0"/>
                    <a:pt x="1918970" y="3810"/>
                    <a:pt x="1926590" y="10160"/>
                  </a:cubicBezTo>
                  <a:cubicBezTo>
                    <a:pt x="1932940" y="16510"/>
                    <a:pt x="1936750" y="30480"/>
                    <a:pt x="1935480" y="39370"/>
                  </a:cubicBezTo>
                  <a:cubicBezTo>
                    <a:pt x="1935480" y="45720"/>
                    <a:pt x="1932940" y="49530"/>
                    <a:pt x="1924050" y="58420"/>
                  </a:cubicBezTo>
                  <a:cubicBezTo>
                    <a:pt x="1868170" y="119380"/>
                    <a:pt x="1347470" y="441960"/>
                    <a:pt x="1150620" y="582930"/>
                  </a:cubicBezTo>
                  <a:cubicBezTo>
                    <a:pt x="1024890" y="673100"/>
                    <a:pt x="904240" y="803910"/>
                    <a:pt x="847090" y="812800"/>
                  </a:cubicBezTo>
                  <a:cubicBezTo>
                    <a:pt x="828040" y="816610"/>
                    <a:pt x="810260" y="807720"/>
                    <a:pt x="803910" y="797560"/>
                  </a:cubicBezTo>
                  <a:cubicBezTo>
                    <a:pt x="798830" y="788670"/>
                    <a:pt x="800100" y="774700"/>
                    <a:pt x="808990" y="758190"/>
                  </a:cubicBezTo>
                  <a:cubicBezTo>
                    <a:pt x="834390" y="704850"/>
                    <a:pt x="999490" y="546100"/>
                    <a:pt x="1092200" y="478790"/>
                  </a:cubicBezTo>
                  <a:cubicBezTo>
                    <a:pt x="1163320" y="427990"/>
                    <a:pt x="1261110" y="372110"/>
                    <a:pt x="1301750" y="370840"/>
                  </a:cubicBezTo>
                  <a:cubicBezTo>
                    <a:pt x="1318260" y="370840"/>
                    <a:pt x="1332230" y="377190"/>
                    <a:pt x="1337310" y="387350"/>
                  </a:cubicBezTo>
                  <a:cubicBezTo>
                    <a:pt x="1342390" y="396240"/>
                    <a:pt x="1343660" y="414020"/>
                    <a:pt x="1334770" y="425450"/>
                  </a:cubicBezTo>
                  <a:cubicBezTo>
                    <a:pt x="1315720" y="450850"/>
                    <a:pt x="1215390" y="457200"/>
                    <a:pt x="1156970" y="481330"/>
                  </a:cubicBezTo>
                  <a:cubicBezTo>
                    <a:pt x="1094740" y="505460"/>
                    <a:pt x="1012190" y="566420"/>
                    <a:pt x="972820" y="570230"/>
                  </a:cubicBezTo>
                  <a:cubicBezTo>
                    <a:pt x="956310" y="572770"/>
                    <a:pt x="943610" y="568960"/>
                    <a:pt x="935990" y="561340"/>
                  </a:cubicBezTo>
                  <a:cubicBezTo>
                    <a:pt x="929640" y="554990"/>
                    <a:pt x="923290" y="543560"/>
                    <a:pt x="928370" y="530860"/>
                  </a:cubicBezTo>
                  <a:cubicBezTo>
                    <a:pt x="946150" y="483870"/>
                    <a:pt x="1198880" y="346710"/>
                    <a:pt x="1275080" y="283210"/>
                  </a:cubicBezTo>
                  <a:cubicBezTo>
                    <a:pt x="1315720" y="250190"/>
                    <a:pt x="1337310" y="209550"/>
                    <a:pt x="1362710" y="200660"/>
                  </a:cubicBezTo>
                  <a:cubicBezTo>
                    <a:pt x="1377950" y="195580"/>
                    <a:pt x="1395730" y="196850"/>
                    <a:pt x="1403350" y="203200"/>
                  </a:cubicBezTo>
                  <a:cubicBezTo>
                    <a:pt x="1410970" y="208280"/>
                    <a:pt x="1413510" y="222250"/>
                    <a:pt x="1412240" y="231140"/>
                  </a:cubicBezTo>
                  <a:cubicBezTo>
                    <a:pt x="1412240" y="238760"/>
                    <a:pt x="1408430" y="242570"/>
                    <a:pt x="1400810" y="250190"/>
                  </a:cubicBezTo>
                  <a:cubicBezTo>
                    <a:pt x="1380490" y="271780"/>
                    <a:pt x="1315720" y="304800"/>
                    <a:pt x="1257300" y="347980"/>
                  </a:cubicBezTo>
                  <a:cubicBezTo>
                    <a:pt x="1159510" y="420370"/>
                    <a:pt x="957580" y="581660"/>
                    <a:pt x="877570" y="657860"/>
                  </a:cubicBezTo>
                  <a:cubicBezTo>
                    <a:pt x="836930" y="697230"/>
                    <a:pt x="815340" y="740410"/>
                    <a:pt x="791210" y="754380"/>
                  </a:cubicBezTo>
                  <a:cubicBezTo>
                    <a:pt x="778510" y="760730"/>
                    <a:pt x="767080" y="763270"/>
                    <a:pt x="758190" y="759460"/>
                  </a:cubicBezTo>
                  <a:cubicBezTo>
                    <a:pt x="748030" y="755650"/>
                    <a:pt x="732790" y="741680"/>
                    <a:pt x="732790" y="727710"/>
                  </a:cubicBezTo>
                  <a:cubicBezTo>
                    <a:pt x="731520" y="706120"/>
                    <a:pt x="762000" y="673100"/>
                    <a:pt x="789940" y="642620"/>
                  </a:cubicBezTo>
                  <a:cubicBezTo>
                    <a:pt x="838200" y="589280"/>
                    <a:pt x="969010" y="468630"/>
                    <a:pt x="1014730" y="458470"/>
                  </a:cubicBezTo>
                  <a:cubicBezTo>
                    <a:pt x="1031240" y="454660"/>
                    <a:pt x="1045210" y="459740"/>
                    <a:pt x="1051560" y="467360"/>
                  </a:cubicBezTo>
                  <a:cubicBezTo>
                    <a:pt x="1059180" y="474980"/>
                    <a:pt x="1062990" y="488950"/>
                    <a:pt x="1056640" y="506730"/>
                  </a:cubicBezTo>
                  <a:cubicBezTo>
                    <a:pt x="1033780" y="566420"/>
                    <a:pt x="722630" y="777240"/>
                    <a:pt x="681990" y="835660"/>
                  </a:cubicBezTo>
                  <a:cubicBezTo>
                    <a:pt x="670560" y="853440"/>
                    <a:pt x="675640" y="868680"/>
                    <a:pt x="668020" y="873760"/>
                  </a:cubicBezTo>
                  <a:cubicBezTo>
                    <a:pt x="661670" y="878840"/>
                    <a:pt x="650240" y="877570"/>
                    <a:pt x="642620" y="873760"/>
                  </a:cubicBezTo>
                  <a:cubicBezTo>
                    <a:pt x="635000" y="869950"/>
                    <a:pt x="623570" y="859790"/>
                    <a:pt x="621030" y="849630"/>
                  </a:cubicBezTo>
                  <a:cubicBezTo>
                    <a:pt x="619760" y="835660"/>
                    <a:pt x="628650" y="817880"/>
                    <a:pt x="645160" y="795020"/>
                  </a:cubicBezTo>
                  <a:cubicBezTo>
                    <a:pt x="688340" y="735330"/>
                    <a:pt x="900430" y="532130"/>
                    <a:pt x="961390" y="516890"/>
                  </a:cubicBezTo>
                  <a:cubicBezTo>
                    <a:pt x="980440" y="511810"/>
                    <a:pt x="998220" y="520700"/>
                    <a:pt x="1005840" y="528320"/>
                  </a:cubicBezTo>
                  <a:cubicBezTo>
                    <a:pt x="1012190" y="534670"/>
                    <a:pt x="1013460" y="544830"/>
                    <a:pt x="1012190" y="552450"/>
                  </a:cubicBezTo>
                  <a:cubicBezTo>
                    <a:pt x="1010920" y="561340"/>
                    <a:pt x="1005840" y="568960"/>
                    <a:pt x="996950" y="577850"/>
                  </a:cubicBezTo>
                  <a:cubicBezTo>
                    <a:pt x="980440" y="593090"/>
                    <a:pt x="944880" y="600710"/>
                    <a:pt x="910590" y="622300"/>
                  </a:cubicBezTo>
                  <a:cubicBezTo>
                    <a:pt x="852170" y="661670"/>
                    <a:pt x="748030" y="775970"/>
                    <a:pt x="689610" y="807720"/>
                  </a:cubicBezTo>
                  <a:cubicBezTo>
                    <a:pt x="659130" y="825500"/>
                    <a:pt x="627380" y="838200"/>
                    <a:pt x="610870" y="833120"/>
                  </a:cubicBezTo>
                  <a:cubicBezTo>
                    <a:pt x="600710" y="830580"/>
                    <a:pt x="593090" y="817880"/>
                    <a:pt x="590550" y="807720"/>
                  </a:cubicBezTo>
                  <a:cubicBezTo>
                    <a:pt x="589280" y="798830"/>
                    <a:pt x="591820" y="791210"/>
                    <a:pt x="600710" y="777240"/>
                  </a:cubicBezTo>
                  <a:cubicBezTo>
                    <a:pt x="638810" y="720090"/>
                    <a:pt x="944880" y="509270"/>
                    <a:pt x="1032510" y="430530"/>
                  </a:cubicBezTo>
                  <a:cubicBezTo>
                    <a:pt x="1074420" y="393700"/>
                    <a:pt x="1094740" y="353060"/>
                    <a:pt x="1118870" y="344170"/>
                  </a:cubicBezTo>
                  <a:cubicBezTo>
                    <a:pt x="1131570" y="339090"/>
                    <a:pt x="1144270" y="339090"/>
                    <a:pt x="1151890" y="345440"/>
                  </a:cubicBezTo>
                  <a:cubicBezTo>
                    <a:pt x="1160780" y="353060"/>
                    <a:pt x="1169670" y="374650"/>
                    <a:pt x="1165860" y="389890"/>
                  </a:cubicBezTo>
                  <a:cubicBezTo>
                    <a:pt x="1160780" y="408940"/>
                    <a:pt x="1131570" y="427990"/>
                    <a:pt x="1106170" y="447040"/>
                  </a:cubicBezTo>
                  <a:cubicBezTo>
                    <a:pt x="1070610" y="476250"/>
                    <a:pt x="1019810" y="508000"/>
                    <a:pt x="966470" y="538480"/>
                  </a:cubicBezTo>
                  <a:cubicBezTo>
                    <a:pt x="900430" y="576580"/>
                    <a:pt x="783590" y="656590"/>
                    <a:pt x="741680" y="655320"/>
                  </a:cubicBezTo>
                  <a:cubicBezTo>
                    <a:pt x="723900" y="654050"/>
                    <a:pt x="709930" y="642620"/>
                    <a:pt x="704850" y="631190"/>
                  </a:cubicBezTo>
                  <a:cubicBezTo>
                    <a:pt x="701040" y="619760"/>
                    <a:pt x="704850" y="604520"/>
                    <a:pt x="713740" y="589280"/>
                  </a:cubicBezTo>
                  <a:cubicBezTo>
                    <a:pt x="736600" y="553720"/>
                    <a:pt x="840740" y="481330"/>
                    <a:pt x="881380" y="455930"/>
                  </a:cubicBezTo>
                  <a:cubicBezTo>
                    <a:pt x="901700" y="441960"/>
                    <a:pt x="915670" y="434340"/>
                    <a:pt x="932180" y="431800"/>
                  </a:cubicBezTo>
                  <a:cubicBezTo>
                    <a:pt x="946150" y="427990"/>
                    <a:pt x="970280" y="426720"/>
                    <a:pt x="972820" y="433070"/>
                  </a:cubicBezTo>
                  <a:cubicBezTo>
                    <a:pt x="976630" y="444500"/>
                    <a:pt x="896620" y="509270"/>
                    <a:pt x="859790" y="532130"/>
                  </a:cubicBezTo>
                  <a:cubicBezTo>
                    <a:pt x="830580" y="551180"/>
                    <a:pt x="795020" y="567690"/>
                    <a:pt x="772160" y="568960"/>
                  </a:cubicBezTo>
                  <a:cubicBezTo>
                    <a:pt x="759460" y="568960"/>
                    <a:pt x="745490" y="566420"/>
                    <a:pt x="739140" y="558800"/>
                  </a:cubicBezTo>
                  <a:cubicBezTo>
                    <a:pt x="731520" y="548640"/>
                    <a:pt x="728980" y="525780"/>
                    <a:pt x="736600" y="509270"/>
                  </a:cubicBezTo>
                  <a:cubicBezTo>
                    <a:pt x="746760" y="485140"/>
                    <a:pt x="795020" y="468630"/>
                    <a:pt x="820420" y="440690"/>
                  </a:cubicBezTo>
                  <a:cubicBezTo>
                    <a:pt x="847090" y="411480"/>
                    <a:pt x="863600" y="361950"/>
                    <a:pt x="889000" y="336550"/>
                  </a:cubicBezTo>
                  <a:cubicBezTo>
                    <a:pt x="908050" y="314960"/>
                    <a:pt x="932180" y="292100"/>
                    <a:pt x="949960" y="289560"/>
                  </a:cubicBezTo>
                  <a:cubicBezTo>
                    <a:pt x="961390" y="288290"/>
                    <a:pt x="974090" y="293370"/>
                    <a:pt x="980440" y="300990"/>
                  </a:cubicBezTo>
                  <a:cubicBezTo>
                    <a:pt x="988060" y="307340"/>
                    <a:pt x="991870" y="317500"/>
                    <a:pt x="989330" y="331470"/>
                  </a:cubicBezTo>
                  <a:cubicBezTo>
                    <a:pt x="982980" y="368300"/>
                    <a:pt x="919480" y="455930"/>
                    <a:pt x="867410" y="511810"/>
                  </a:cubicBezTo>
                  <a:cubicBezTo>
                    <a:pt x="810260" y="576580"/>
                    <a:pt x="707390" y="652780"/>
                    <a:pt x="654050" y="690880"/>
                  </a:cubicBezTo>
                  <a:cubicBezTo>
                    <a:pt x="623570" y="711200"/>
                    <a:pt x="598170" y="730250"/>
                    <a:pt x="577850" y="732790"/>
                  </a:cubicBezTo>
                  <a:cubicBezTo>
                    <a:pt x="566420" y="735330"/>
                    <a:pt x="553720" y="731520"/>
                    <a:pt x="546100" y="725170"/>
                  </a:cubicBezTo>
                  <a:cubicBezTo>
                    <a:pt x="539750" y="718820"/>
                    <a:pt x="533400" y="704850"/>
                    <a:pt x="534670" y="694690"/>
                  </a:cubicBezTo>
                  <a:cubicBezTo>
                    <a:pt x="535940" y="685800"/>
                    <a:pt x="539750" y="678180"/>
                    <a:pt x="552450" y="668020"/>
                  </a:cubicBezTo>
                  <a:cubicBezTo>
                    <a:pt x="596900" y="633730"/>
                    <a:pt x="867410" y="516890"/>
                    <a:pt x="914400" y="529590"/>
                  </a:cubicBezTo>
                  <a:cubicBezTo>
                    <a:pt x="928370" y="532130"/>
                    <a:pt x="933450" y="544830"/>
                    <a:pt x="935990" y="554990"/>
                  </a:cubicBezTo>
                  <a:cubicBezTo>
                    <a:pt x="938530" y="563880"/>
                    <a:pt x="935990" y="576580"/>
                    <a:pt x="927100" y="586740"/>
                  </a:cubicBezTo>
                  <a:cubicBezTo>
                    <a:pt x="908050" y="610870"/>
                    <a:pt x="831850" y="627380"/>
                    <a:pt x="787400" y="656590"/>
                  </a:cubicBezTo>
                  <a:cubicBezTo>
                    <a:pt x="740410" y="687070"/>
                    <a:pt x="688340" y="755650"/>
                    <a:pt x="655320" y="765810"/>
                  </a:cubicBezTo>
                  <a:cubicBezTo>
                    <a:pt x="638810" y="770890"/>
                    <a:pt x="623570" y="769620"/>
                    <a:pt x="614680" y="762000"/>
                  </a:cubicBezTo>
                  <a:cubicBezTo>
                    <a:pt x="605790" y="754380"/>
                    <a:pt x="601980" y="732790"/>
                    <a:pt x="608330" y="716280"/>
                  </a:cubicBezTo>
                  <a:cubicBezTo>
                    <a:pt x="619760" y="685800"/>
                    <a:pt x="680720" y="652780"/>
                    <a:pt x="730250" y="614680"/>
                  </a:cubicBezTo>
                  <a:cubicBezTo>
                    <a:pt x="802640" y="560070"/>
                    <a:pt x="951230" y="433070"/>
                    <a:pt x="1002030" y="422910"/>
                  </a:cubicBezTo>
                  <a:cubicBezTo>
                    <a:pt x="1019810" y="419100"/>
                    <a:pt x="1033780" y="422910"/>
                    <a:pt x="1041400" y="431800"/>
                  </a:cubicBezTo>
                  <a:cubicBezTo>
                    <a:pt x="1049020" y="439420"/>
                    <a:pt x="1052830" y="455930"/>
                    <a:pt x="1047750" y="471170"/>
                  </a:cubicBezTo>
                  <a:cubicBezTo>
                    <a:pt x="1040130" y="495300"/>
                    <a:pt x="1004570" y="521970"/>
                    <a:pt x="967740" y="553720"/>
                  </a:cubicBezTo>
                  <a:cubicBezTo>
                    <a:pt x="901700" y="613410"/>
                    <a:pt x="723900" y="773430"/>
                    <a:pt x="670560" y="779780"/>
                  </a:cubicBezTo>
                  <a:cubicBezTo>
                    <a:pt x="652780" y="782320"/>
                    <a:pt x="638810" y="773430"/>
                    <a:pt x="632460" y="764540"/>
                  </a:cubicBezTo>
                  <a:cubicBezTo>
                    <a:pt x="627380" y="754380"/>
                    <a:pt x="628650" y="726440"/>
                    <a:pt x="635000" y="723900"/>
                  </a:cubicBezTo>
                  <a:cubicBezTo>
                    <a:pt x="642620" y="718820"/>
                    <a:pt x="689610" y="753110"/>
                    <a:pt x="689610" y="763270"/>
                  </a:cubicBezTo>
                  <a:cubicBezTo>
                    <a:pt x="689610" y="768350"/>
                    <a:pt x="676910" y="775970"/>
                    <a:pt x="668020" y="775970"/>
                  </a:cubicBezTo>
                  <a:cubicBezTo>
                    <a:pt x="659130" y="778510"/>
                    <a:pt x="642620" y="774700"/>
                    <a:pt x="636270" y="767080"/>
                  </a:cubicBezTo>
                  <a:cubicBezTo>
                    <a:pt x="628650" y="758190"/>
                    <a:pt x="623570" y="739140"/>
                    <a:pt x="632460" y="720090"/>
                  </a:cubicBezTo>
                  <a:cubicBezTo>
                    <a:pt x="656590" y="660400"/>
                    <a:pt x="904240" y="464820"/>
                    <a:pt x="960120" y="440690"/>
                  </a:cubicBezTo>
                  <a:cubicBezTo>
                    <a:pt x="975360" y="434340"/>
                    <a:pt x="984250" y="434340"/>
                    <a:pt x="993140" y="438150"/>
                  </a:cubicBezTo>
                  <a:cubicBezTo>
                    <a:pt x="1000760" y="440690"/>
                    <a:pt x="1009650" y="447040"/>
                    <a:pt x="1010920" y="454660"/>
                  </a:cubicBezTo>
                  <a:cubicBezTo>
                    <a:pt x="1014730" y="466090"/>
                    <a:pt x="1010920" y="486410"/>
                    <a:pt x="998220" y="501650"/>
                  </a:cubicBezTo>
                  <a:cubicBezTo>
                    <a:pt x="977900" y="527050"/>
                    <a:pt x="909320" y="538480"/>
                    <a:pt x="859790" y="566420"/>
                  </a:cubicBezTo>
                  <a:cubicBezTo>
                    <a:pt x="795020" y="601980"/>
                    <a:pt x="692150" y="692150"/>
                    <a:pt x="646430" y="701040"/>
                  </a:cubicBezTo>
                  <a:cubicBezTo>
                    <a:pt x="627380" y="704850"/>
                    <a:pt x="613410" y="701040"/>
                    <a:pt x="604520" y="694690"/>
                  </a:cubicBezTo>
                  <a:cubicBezTo>
                    <a:pt x="596900" y="689610"/>
                    <a:pt x="593090" y="678180"/>
                    <a:pt x="591820" y="670560"/>
                  </a:cubicBezTo>
                  <a:cubicBezTo>
                    <a:pt x="591820" y="661670"/>
                    <a:pt x="591820" y="655320"/>
                    <a:pt x="599440" y="643890"/>
                  </a:cubicBezTo>
                  <a:cubicBezTo>
                    <a:pt x="623570" y="608330"/>
                    <a:pt x="788670" y="478790"/>
                    <a:pt x="834390" y="469900"/>
                  </a:cubicBezTo>
                  <a:cubicBezTo>
                    <a:pt x="849630" y="467360"/>
                    <a:pt x="861060" y="472440"/>
                    <a:pt x="869950" y="480060"/>
                  </a:cubicBezTo>
                  <a:cubicBezTo>
                    <a:pt x="877570" y="486410"/>
                    <a:pt x="883920" y="501650"/>
                    <a:pt x="881380" y="514350"/>
                  </a:cubicBezTo>
                  <a:cubicBezTo>
                    <a:pt x="877570" y="534670"/>
                    <a:pt x="840740" y="566420"/>
                    <a:pt x="815340" y="585470"/>
                  </a:cubicBezTo>
                  <a:cubicBezTo>
                    <a:pt x="792480" y="603250"/>
                    <a:pt x="758190" y="626110"/>
                    <a:pt x="737870" y="624840"/>
                  </a:cubicBezTo>
                  <a:cubicBezTo>
                    <a:pt x="725170" y="624840"/>
                    <a:pt x="713740" y="615950"/>
                    <a:pt x="708660" y="605790"/>
                  </a:cubicBezTo>
                  <a:cubicBezTo>
                    <a:pt x="703580" y="595630"/>
                    <a:pt x="713740" y="562610"/>
                    <a:pt x="712470" y="562610"/>
                  </a:cubicBezTo>
                  <a:cubicBezTo>
                    <a:pt x="712470" y="562610"/>
                    <a:pt x="704850" y="584200"/>
                    <a:pt x="707390" y="585470"/>
                  </a:cubicBezTo>
                  <a:cubicBezTo>
                    <a:pt x="712470" y="588010"/>
                    <a:pt x="744220" y="542290"/>
                    <a:pt x="773430" y="515620"/>
                  </a:cubicBezTo>
                  <a:cubicBezTo>
                    <a:pt x="821690" y="474980"/>
                    <a:pt x="939800" y="384810"/>
                    <a:pt x="980440" y="370840"/>
                  </a:cubicBezTo>
                  <a:cubicBezTo>
                    <a:pt x="994410" y="365760"/>
                    <a:pt x="1004570" y="364490"/>
                    <a:pt x="1013460" y="368300"/>
                  </a:cubicBezTo>
                  <a:cubicBezTo>
                    <a:pt x="1022350" y="372110"/>
                    <a:pt x="1032510" y="384810"/>
                    <a:pt x="1033780" y="393700"/>
                  </a:cubicBezTo>
                  <a:cubicBezTo>
                    <a:pt x="1036320" y="403860"/>
                    <a:pt x="1033780" y="412750"/>
                    <a:pt x="1024890" y="425450"/>
                  </a:cubicBezTo>
                  <a:cubicBezTo>
                    <a:pt x="995680" y="467360"/>
                    <a:pt x="819150" y="590550"/>
                    <a:pt x="753110" y="631190"/>
                  </a:cubicBezTo>
                  <a:cubicBezTo>
                    <a:pt x="717550" y="652780"/>
                    <a:pt x="687070" y="676910"/>
                    <a:pt x="668020" y="673100"/>
                  </a:cubicBezTo>
                  <a:cubicBezTo>
                    <a:pt x="655320" y="671830"/>
                    <a:pt x="645160" y="660400"/>
                    <a:pt x="642620" y="651510"/>
                  </a:cubicBezTo>
                  <a:cubicBezTo>
                    <a:pt x="638810" y="641350"/>
                    <a:pt x="640080" y="626110"/>
                    <a:pt x="646430" y="617220"/>
                  </a:cubicBezTo>
                  <a:cubicBezTo>
                    <a:pt x="651510" y="608330"/>
                    <a:pt x="662940" y="604520"/>
                    <a:pt x="676910" y="601980"/>
                  </a:cubicBezTo>
                  <a:cubicBezTo>
                    <a:pt x="695960" y="596900"/>
                    <a:pt x="740410" y="598170"/>
                    <a:pt x="756920" y="605790"/>
                  </a:cubicBezTo>
                  <a:cubicBezTo>
                    <a:pt x="768350" y="610870"/>
                    <a:pt x="778510" y="619760"/>
                    <a:pt x="779780" y="629920"/>
                  </a:cubicBezTo>
                  <a:cubicBezTo>
                    <a:pt x="782320" y="640080"/>
                    <a:pt x="777240" y="659130"/>
                    <a:pt x="767080" y="666750"/>
                  </a:cubicBezTo>
                  <a:cubicBezTo>
                    <a:pt x="754380" y="678180"/>
                    <a:pt x="731520" y="670560"/>
                    <a:pt x="701040" y="680720"/>
                  </a:cubicBezTo>
                  <a:cubicBezTo>
                    <a:pt x="619760" y="706120"/>
                    <a:pt x="350520" y="864870"/>
                    <a:pt x="284480" y="866140"/>
                  </a:cubicBezTo>
                  <a:cubicBezTo>
                    <a:pt x="264160" y="867410"/>
                    <a:pt x="248920" y="861060"/>
                    <a:pt x="243840" y="850900"/>
                  </a:cubicBezTo>
                  <a:cubicBezTo>
                    <a:pt x="238760" y="840740"/>
                    <a:pt x="242570" y="822960"/>
                    <a:pt x="255270" y="808990"/>
                  </a:cubicBezTo>
                  <a:cubicBezTo>
                    <a:pt x="284480" y="772160"/>
                    <a:pt x="410210" y="737870"/>
                    <a:pt x="495300" y="692150"/>
                  </a:cubicBezTo>
                  <a:cubicBezTo>
                    <a:pt x="593090" y="637540"/>
                    <a:pt x="751840" y="515620"/>
                    <a:pt x="807720" y="500380"/>
                  </a:cubicBezTo>
                  <a:cubicBezTo>
                    <a:pt x="826770" y="496570"/>
                    <a:pt x="840740" y="496570"/>
                    <a:pt x="849630" y="502920"/>
                  </a:cubicBezTo>
                  <a:cubicBezTo>
                    <a:pt x="858520" y="511810"/>
                    <a:pt x="867410" y="534670"/>
                    <a:pt x="858520" y="551180"/>
                  </a:cubicBezTo>
                  <a:cubicBezTo>
                    <a:pt x="834390" y="593090"/>
                    <a:pt x="612140" y="665480"/>
                    <a:pt x="538480" y="679450"/>
                  </a:cubicBezTo>
                  <a:cubicBezTo>
                    <a:pt x="502920" y="685800"/>
                    <a:pt x="469900" y="687070"/>
                    <a:pt x="455930" y="676910"/>
                  </a:cubicBezTo>
                  <a:cubicBezTo>
                    <a:pt x="447040" y="670560"/>
                    <a:pt x="444500" y="655320"/>
                    <a:pt x="445770" y="646430"/>
                  </a:cubicBezTo>
                  <a:cubicBezTo>
                    <a:pt x="447040" y="636270"/>
                    <a:pt x="452120" y="629920"/>
                    <a:pt x="464820" y="619760"/>
                  </a:cubicBezTo>
                  <a:cubicBezTo>
                    <a:pt x="504190" y="591820"/>
                    <a:pt x="688340" y="552450"/>
                    <a:pt x="756920" y="520700"/>
                  </a:cubicBezTo>
                  <a:cubicBezTo>
                    <a:pt x="795020" y="501650"/>
                    <a:pt x="821690" y="469900"/>
                    <a:pt x="844550" y="467360"/>
                  </a:cubicBezTo>
                  <a:cubicBezTo>
                    <a:pt x="857250" y="464820"/>
                    <a:pt x="868680" y="469900"/>
                    <a:pt x="876300" y="476250"/>
                  </a:cubicBezTo>
                  <a:cubicBezTo>
                    <a:pt x="882650" y="481330"/>
                    <a:pt x="887730" y="491490"/>
                    <a:pt x="886460" y="499110"/>
                  </a:cubicBezTo>
                  <a:cubicBezTo>
                    <a:pt x="886460" y="510540"/>
                    <a:pt x="878840" y="524510"/>
                    <a:pt x="866140" y="534670"/>
                  </a:cubicBezTo>
                  <a:cubicBezTo>
                    <a:pt x="845820" y="552450"/>
                    <a:pt x="798830" y="565150"/>
                    <a:pt x="762000" y="575310"/>
                  </a:cubicBezTo>
                  <a:cubicBezTo>
                    <a:pt x="725170" y="586740"/>
                    <a:pt x="666750" y="605790"/>
                    <a:pt x="645160" y="596900"/>
                  </a:cubicBezTo>
                  <a:cubicBezTo>
                    <a:pt x="633730" y="593090"/>
                    <a:pt x="628650" y="579120"/>
                    <a:pt x="626110" y="570230"/>
                  </a:cubicBezTo>
                  <a:cubicBezTo>
                    <a:pt x="624840" y="561340"/>
                    <a:pt x="626110" y="553720"/>
                    <a:pt x="632460" y="544830"/>
                  </a:cubicBezTo>
                  <a:cubicBezTo>
                    <a:pt x="648970" y="519430"/>
                    <a:pt x="739140" y="448310"/>
                    <a:pt x="773430" y="444500"/>
                  </a:cubicBezTo>
                  <a:cubicBezTo>
                    <a:pt x="789940" y="443230"/>
                    <a:pt x="808990" y="453390"/>
                    <a:pt x="814070" y="463550"/>
                  </a:cubicBezTo>
                  <a:cubicBezTo>
                    <a:pt x="817880" y="473710"/>
                    <a:pt x="808990" y="499110"/>
                    <a:pt x="800100" y="506730"/>
                  </a:cubicBezTo>
                  <a:cubicBezTo>
                    <a:pt x="791210" y="513080"/>
                    <a:pt x="779780" y="504190"/>
                    <a:pt x="763270" y="508000"/>
                  </a:cubicBezTo>
                  <a:cubicBezTo>
                    <a:pt x="720090" y="518160"/>
                    <a:pt x="627380" y="574040"/>
                    <a:pt x="547370" y="604520"/>
                  </a:cubicBezTo>
                  <a:cubicBezTo>
                    <a:pt x="453390" y="641350"/>
                    <a:pt x="288290" y="712470"/>
                    <a:pt x="233680" y="704850"/>
                  </a:cubicBezTo>
                  <a:cubicBezTo>
                    <a:pt x="212090" y="701040"/>
                    <a:pt x="195580" y="689610"/>
                    <a:pt x="193040" y="676910"/>
                  </a:cubicBezTo>
                  <a:cubicBezTo>
                    <a:pt x="189230" y="665480"/>
                    <a:pt x="198120" y="646430"/>
                    <a:pt x="214630" y="633730"/>
                  </a:cubicBezTo>
                  <a:cubicBezTo>
                    <a:pt x="256540" y="601980"/>
                    <a:pt x="434340" y="596900"/>
                    <a:pt x="516890" y="574040"/>
                  </a:cubicBezTo>
                  <a:cubicBezTo>
                    <a:pt x="576580" y="556260"/>
                    <a:pt x="638810" y="518160"/>
                    <a:pt x="669290" y="518160"/>
                  </a:cubicBezTo>
                  <a:cubicBezTo>
                    <a:pt x="681990" y="518160"/>
                    <a:pt x="689610" y="521970"/>
                    <a:pt x="697230" y="528320"/>
                  </a:cubicBezTo>
                  <a:cubicBezTo>
                    <a:pt x="704850" y="537210"/>
                    <a:pt x="711200" y="553720"/>
                    <a:pt x="709930" y="565150"/>
                  </a:cubicBezTo>
                  <a:cubicBezTo>
                    <a:pt x="708660" y="576580"/>
                    <a:pt x="698500" y="590550"/>
                    <a:pt x="687070" y="596900"/>
                  </a:cubicBezTo>
                  <a:cubicBezTo>
                    <a:pt x="674370" y="604520"/>
                    <a:pt x="651510" y="600710"/>
                    <a:pt x="635000" y="600710"/>
                  </a:cubicBezTo>
                  <a:cubicBezTo>
                    <a:pt x="619760" y="600710"/>
                    <a:pt x="607060" y="603250"/>
                    <a:pt x="591820" y="598170"/>
                  </a:cubicBezTo>
                  <a:cubicBezTo>
                    <a:pt x="570230" y="591820"/>
                    <a:pt x="533400" y="575310"/>
                    <a:pt x="523240" y="557530"/>
                  </a:cubicBezTo>
                  <a:cubicBezTo>
                    <a:pt x="516890" y="544830"/>
                    <a:pt x="519430" y="525780"/>
                    <a:pt x="525780" y="513080"/>
                  </a:cubicBezTo>
                  <a:cubicBezTo>
                    <a:pt x="532130" y="496570"/>
                    <a:pt x="567690" y="467360"/>
                    <a:pt x="570230" y="469900"/>
                  </a:cubicBezTo>
                  <a:cubicBezTo>
                    <a:pt x="572770" y="471170"/>
                    <a:pt x="560070" y="500380"/>
                    <a:pt x="547370" y="511810"/>
                  </a:cubicBezTo>
                  <a:cubicBezTo>
                    <a:pt x="533400" y="523240"/>
                    <a:pt x="502920" y="535940"/>
                    <a:pt x="486410" y="535940"/>
                  </a:cubicBezTo>
                  <a:cubicBezTo>
                    <a:pt x="476250" y="534670"/>
                    <a:pt x="466090" y="529590"/>
                    <a:pt x="459740" y="523240"/>
                  </a:cubicBezTo>
                  <a:cubicBezTo>
                    <a:pt x="453390" y="516890"/>
                    <a:pt x="447040" y="506730"/>
                    <a:pt x="448310" y="497840"/>
                  </a:cubicBezTo>
                  <a:cubicBezTo>
                    <a:pt x="448310" y="485140"/>
                    <a:pt x="464820" y="458470"/>
                    <a:pt x="471170" y="458470"/>
                  </a:cubicBezTo>
                  <a:cubicBezTo>
                    <a:pt x="478790" y="458470"/>
                    <a:pt x="494030" y="485140"/>
                    <a:pt x="490220" y="492760"/>
                  </a:cubicBezTo>
                  <a:cubicBezTo>
                    <a:pt x="485140" y="502920"/>
                    <a:pt x="449580" y="501650"/>
                    <a:pt x="422910" y="504190"/>
                  </a:cubicBezTo>
                  <a:cubicBezTo>
                    <a:pt x="383540" y="508000"/>
                    <a:pt x="306070" y="520700"/>
                    <a:pt x="279400" y="508000"/>
                  </a:cubicBezTo>
                  <a:cubicBezTo>
                    <a:pt x="265430" y="500380"/>
                    <a:pt x="252730" y="481330"/>
                    <a:pt x="256540" y="474980"/>
                  </a:cubicBezTo>
                  <a:cubicBezTo>
                    <a:pt x="262890" y="462280"/>
                    <a:pt x="328930" y="473710"/>
                    <a:pt x="373380" y="467360"/>
                  </a:cubicBezTo>
                  <a:cubicBezTo>
                    <a:pt x="434340" y="457200"/>
                    <a:pt x="553720" y="406400"/>
                    <a:pt x="590550" y="410210"/>
                  </a:cubicBezTo>
                  <a:cubicBezTo>
                    <a:pt x="603250" y="411480"/>
                    <a:pt x="609600" y="416560"/>
                    <a:pt x="615950" y="424180"/>
                  </a:cubicBezTo>
                  <a:cubicBezTo>
                    <a:pt x="622300" y="431800"/>
                    <a:pt x="627380" y="449580"/>
                    <a:pt x="626110" y="459740"/>
                  </a:cubicBezTo>
                  <a:cubicBezTo>
                    <a:pt x="623570" y="469900"/>
                    <a:pt x="618490" y="477520"/>
                    <a:pt x="609600" y="483870"/>
                  </a:cubicBezTo>
                  <a:cubicBezTo>
                    <a:pt x="598170" y="495300"/>
                    <a:pt x="579120" y="505460"/>
                    <a:pt x="554990" y="511810"/>
                  </a:cubicBezTo>
                  <a:cubicBezTo>
                    <a:pt x="520700" y="520700"/>
                    <a:pt x="439420" y="529590"/>
                    <a:pt x="412750" y="518160"/>
                  </a:cubicBezTo>
                  <a:cubicBezTo>
                    <a:pt x="398780" y="513080"/>
                    <a:pt x="391160" y="501650"/>
                    <a:pt x="387350" y="490220"/>
                  </a:cubicBezTo>
                  <a:cubicBezTo>
                    <a:pt x="384810" y="480060"/>
                    <a:pt x="386080" y="466090"/>
                    <a:pt x="396240" y="454660"/>
                  </a:cubicBezTo>
                  <a:cubicBezTo>
                    <a:pt x="420370" y="427990"/>
                    <a:pt x="532130" y="400050"/>
                    <a:pt x="581660" y="388620"/>
                  </a:cubicBezTo>
                  <a:cubicBezTo>
                    <a:pt x="612140" y="381000"/>
                    <a:pt x="640080" y="375920"/>
                    <a:pt x="657860" y="378460"/>
                  </a:cubicBezTo>
                  <a:cubicBezTo>
                    <a:pt x="669290" y="381000"/>
                    <a:pt x="676910" y="386080"/>
                    <a:pt x="683260" y="392430"/>
                  </a:cubicBezTo>
                  <a:cubicBezTo>
                    <a:pt x="689610" y="400050"/>
                    <a:pt x="694690" y="410210"/>
                    <a:pt x="693420" y="420370"/>
                  </a:cubicBezTo>
                  <a:cubicBezTo>
                    <a:pt x="690880" y="431800"/>
                    <a:pt x="678180" y="450850"/>
                    <a:pt x="665480" y="458470"/>
                  </a:cubicBezTo>
                  <a:cubicBezTo>
                    <a:pt x="651510" y="466090"/>
                    <a:pt x="632460" y="457200"/>
                    <a:pt x="607060" y="462280"/>
                  </a:cubicBezTo>
                  <a:cubicBezTo>
                    <a:pt x="556260" y="474980"/>
                    <a:pt x="458470" y="537210"/>
                    <a:pt x="386080" y="551180"/>
                  </a:cubicBezTo>
                  <a:cubicBezTo>
                    <a:pt x="323850" y="565150"/>
                    <a:pt x="227330" y="574040"/>
                    <a:pt x="203200" y="554990"/>
                  </a:cubicBezTo>
                  <a:cubicBezTo>
                    <a:pt x="191770" y="546100"/>
                    <a:pt x="189230" y="527050"/>
                    <a:pt x="193040" y="515620"/>
                  </a:cubicBezTo>
                  <a:cubicBezTo>
                    <a:pt x="195580" y="506730"/>
                    <a:pt x="203200" y="499110"/>
                    <a:pt x="217170" y="494030"/>
                  </a:cubicBezTo>
                  <a:cubicBezTo>
                    <a:pt x="252730" y="478790"/>
                    <a:pt x="372110" y="491490"/>
                    <a:pt x="440690" y="485140"/>
                  </a:cubicBezTo>
                  <a:cubicBezTo>
                    <a:pt x="500380" y="480060"/>
                    <a:pt x="572770" y="450850"/>
                    <a:pt x="607060" y="458470"/>
                  </a:cubicBezTo>
                  <a:cubicBezTo>
                    <a:pt x="623570" y="462280"/>
                    <a:pt x="638810" y="472440"/>
                    <a:pt x="642620" y="483870"/>
                  </a:cubicBezTo>
                  <a:cubicBezTo>
                    <a:pt x="646430" y="495300"/>
                    <a:pt x="640080" y="516890"/>
                    <a:pt x="632460" y="525780"/>
                  </a:cubicBezTo>
                  <a:cubicBezTo>
                    <a:pt x="626110" y="532130"/>
                    <a:pt x="617220" y="534670"/>
                    <a:pt x="607060" y="535940"/>
                  </a:cubicBezTo>
                  <a:cubicBezTo>
                    <a:pt x="588010" y="537210"/>
                    <a:pt x="544830" y="537210"/>
                    <a:pt x="530860" y="524510"/>
                  </a:cubicBezTo>
                  <a:cubicBezTo>
                    <a:pt x="520700" y="515620"/>
                    <a:pt x="516890" y="495300"/>
                    <a:pt x="520700" y="483870"/>
                  </a:cubicBezTo>
                  <a:cubicBezTo>
                    <a:pt x="524510" y="472440"/>
                    <a:pt x="542290" y="462280"/>
                    <a:pt x="556260" y="459740"/>
                  </a:cubicBezTo>
                  <a:cubicBezTo>
                    <a:pt x="572770" y="457200"/>
                    <a:pt x="607060" y="464820"/>
                    <a:pt x="617220" y="476250"/>
                  </a:cubicBezTo>
                  <a:cubicBezTo>
                    <a:pt x="624840" y="483870"/>
                    <a:pt x="624840" y="500380"/>
                    <a:pt x="621030" y="510540"/>
                  </a:cubicBezTo>
                  <a:cubicBezTo>
                    <a:pt x="617220" y="519430"/>
                    <a:pt x="610870" y="527050"/>
                    <a:pt x="595630" y="533400"/>
                  </a:cubicBezTo>
                  <a:cubicBezTo>
                    <a:pt x="552450" y="548640"/>
                    <a:pt x="353060" y="552450"/>
                    <a:pt x="309880" y="530860"/>
                  </a:cubicBezTo>
                  <a:cubicBezTo>
                    <a:pt x="293370" y="521970"/>
                    <a:pt x="283210" y="504190"/>
                    <a:pt x="284480" y="492760"/>
                  </a:cubicBezTo>
                  <a:cubicBezTo>
                    <a:pt x="285750" y="481330"/>
                    <a:pt x="298450" y="469900"/>
                    <a:pt x="318770" y="462280"/>
                  </a:cubicBezTo>
                  <a:cubicBezTo>
                    <a:pt x="383540" y="438150"/>
                    <a:pt x="731520" y="435610"/>
                    <a:pt x="795020" y="463550"/>
                  </a:cubicBezTo>
                  <a:cubicBezTo>
                    <a:pt x="814070" y="472440"/>
                    <a:pt x="825500" y="486410"/>
                    <a:pt x="826770" y="497840"/>
                  </a:cubicBezTo>
                  <a:cubicBezTo>
                    <a:pt x="826770" y="509270"/>
                    <a:pt x="816610" y="523240"/>
                    <a:pt x="803910" y="530860"/>
                  </a:cubicBezTo>
                  <a:cubicBezTo>
                    <a:pt x="782320" y="543560"/>
                    <a:pt x="703580" y="553720"/>
                    <a:pt x="698500" y="544830"/>
                  </a:cubicBezTo>
                  <a:cubicBezTo>
                    <a:pt x="694690" y="539750"/>
                    <a:pt x="720090" y="513080"/>
                    <a:pt x="721360" y="513080"/>
                  </a:cubicBezTo>
                  <a:cubicBezTo>
                    <a:pt x="721360" y="513080"/>
                    <a:pt x="711200" y="534670"/>
                    <a:pt x="703580" y="539750"/>
                  </a:cubicBezTo>
                  <a:cubicBezTo>
                    <a:pt x="697230" y="543560"/>
                    <a:pt x="687070" y="546100"/>
                    <a:pt x="680720" y="543560"/>
                  </a:cubicBezTo>
                  <a:cubicBezTo>
                    <a:pt x="670560" y="538480"/>
                    <a:pt x="654050" y="519430"/>
                    <a:pt x="654050" y="506730"/>
                  </a:cubicBezTo>
                  <a:cubicBezTo>
                    <a:pt x="655320" y="494030"/>
                    <a:pt x="679450" y="468630"/>
                    <a:pt x="692150" y="466090"/>
                  </a:cubicBezTo>
                  <a:cubicBezTo>
                    <a:pt x="703580" y="464820"/>
                    <a:pt x="721360" y="473710"/>
                    <a:pt x="726440" y="482600"/>
                  </a:cubicBezTo>
                  <a:cubicBezTo>
                    <a:pt x="731520" y="492760"/>
                    <a:pt x="723900" y="523240"/>
                    <a:pt x="717550" y="524510"/>
                  </a:cubicBezTo>
                  <a:cubicBezTo>
                    <a:pt x="709930" y="527050"/>
                    <a:pt x="675640" y="482600"/>
                    <a:pt x="679450" y="474980"/>
                  </a:cubicBezTo>
                  <a:cubicBezTo>
                    <a:pt x="681990" y="468630"/>
                    <a:pt x="708660" y="467360"/>
                    <a:pt x="717550" y="473710"/>
                  </a:cubicBezTo>
                  <a:cubicBezTo>
                    <a:pt x="726440" y="478790"/>
                    <a:pt x="735330" y="496570"/>
                    <a:pt x="732790" y="508000"/>
                  </a:cubicBezTo>
                  <a:cubicBezTo>
                    <a:pt x="727710" y="523240"/>
                    <a:pt x="703580" y="538480"/>
                    <a:pt x="673100" y="552450"/>
                  </a:cubicBezTo>
                  <a:cubicBezTo>
                    <a:pt x="605790" y="581660"/>
                    <a:pt x="424180" y="595630"/>
                    <a:pt x="313690" y="624840"/>
                  </a:cubicBezTo>
                  <a:cubicBezTo>
                    <a:pt x="214630" y="652780"/>
                    <a:pt x="83820" y="728980"/>
                    <a:pt x="36830" y="720090"/>
                  </a:cubicBezTo>
                  <a:cubicBezTo>
                    <a:pt x="17780" y="716280"/>
                    <a:pt x="3810" y="701040"/>
                    <a:pt x="2540" y="689610"/>
                  </a:cubicBezTo>
                  <a:cubicBezTo>
                    <a:pt x="0" y="678180"/>
                    <a:pt x="10160" y="661670"/>
                    <a:pt x="27940" y="651510"/>
                  </a:cubicBezTo>
                  <a:cubicBezTo>
                    <a:pt x="74930" y="623570"/>
                    <a:pt x="251460" y="640080"/>
                    <a:pt x="367030" y="624840"/>
                  </a:cubicBezTo>
                  <a:cubicBezTo>
                    <a:pt x="488950" y="609600"/>
                    <a:pt x="683260" y="547370"/>
                    <a:pt x="737870" y="558800"/>
                  </a:cubicBezTo>
                  <a:cubicBezTo>
                    <a:pt x="754380" y="562610"/>
                    <a:pt x="763270" y="570230"/>
                    <a:pt x="767080" y="580390"/>
                  </a:cubicBezTo>
                  <a:cubicBezTo>
                    <a:pt x="770890" y="589280"/>
                    <a:pt x="770890" y="605790"/>
                    <a:pt x="758190" y="614680"/>
                  </a:cubicBezTo>
                  <a:cubicBezTo>
                    <a:pt x="713740" y="650240"/>
                    <a:pt x="306070" y="638810"/>
                    <a:pt x="242570" y="623570"/>
                  </a:cubicBezTo>
                  <a:cubicBezTo>
                    <a:pt x="226060" y="619760"/>
                    <a:pt x="219710" y="615950"/>
                    <a:pt x="214630" y="609600"/>
                  </a:cubicBezTo>
                  <a:cubicBezTo>
                    <a:pt x="210820" y="603250"/>
                    <a:pt x="207010" y="594360"/>
                    <a:pt x="209550" y="586740"/>
                  </a:cubicBezTo>
                  <a:cubicBezTo>
                    <a:pt x="212090" y="576580"/>
                    <a:pt x="242570" y="558800"/>
                    <a:pt x="242570" y="55880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168515" y="3916680"/>
            <a:ext cx="3656647" cy="1806892"/>
            <a:chOff x="0" y="0"/>
            <a:chExt cx="4875530" cy="24091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800" y="45720"/>
              <a:ext cx="47828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4782820">
                  <a:moveTo>
                    <a:pt x="0" y="1216660"/>
                  </a:moveTo>
                  <a:cubicBezTo>
                    <a:pt x="11430" y="858520"/>
                    <a:pt x="53340" y="775970"/>
                    <a:pt x="63500" y="687070"/>
                  </a:cubicBezTo>
                  <a:cubicBezTo>
                    <a:pt x="74930" y="596900"/>
                    <a:pt x="41910" y="497840"/>
                    <a:pt x="66040" y="411480"/>
                  </a:cubicBezTo>
                  <a:cubicBezTo>
                    <a:pt x="91440" y="326390"/>
                    <a:pt x="146050" y="231140"/>
                    <a:pt x="214630" y="172720"/>
                  </a:cubicBezTo>
                  <a:cubicBezTo>
                    <a:pt x="284480" y="114300"/>
                    <a:pt x="391160" y="78740"/>
                    <a:pt x="483870" y="62230"/>
                  </a:cubicBezTo>
                  <a:cubicBezTo>
                    <a:pt x="575310" y="46990"/>
                    <a:pt x="673100" y="78740"/>
                    <a:pt x="767080" y="78740"/>
                  </a:cubicBezTo>
                  <a:cubicBezTo>
                    <a:pt x="858520" y="78740"/>
                    <a:pt x="951230" y="74930"/>
                    <a:pt x="1041400" y="64770"/>
                  </a:cubicBezTo>
                  <a:cubicBezTo>
                    <a:pt x="1132840" y="54610"/>
                    <a:pt x="1216660" y="25400"/>
                    <a:pt x="1311910" y="15240"/>
                  </a:cubicBezTo>
                  <a:cubicBezTo>
                    <a:pt x="1418590" y="3810"/>
                    <a:pt x="1544320" y="0"/>
                    <a:pt x="1652270" y="5080"/>
                  </a:cubicBezTo>
                  <a:cubicBezTo>
                    <a:pt x="1751330" y="8890"/>
                    <a:pt x="1838960" y="30480"/>
                    <a:pt x="1936750" y="38100"/>
                  </a:cubicBezTo>
                  <a:cubicBezTo>
                    <a:pt x="2042160" y="46990"/>
                    <a:pt x="2161540" y="45720"/>
                    <a:pt x="2265680" y="50800"/>
                  </a:cubicBezTo>
                  <a:cubicBezTo>
                    <a:pt x="2359660" y="54610"/>
                    <a:pt x="2442210" y="63500"/>
                    <a:pt x="2533650" y="67310"/>
                  </a:cubicBezTo>
                  <a:cubicBezTo>
                    <a:pt x="2626360" y="71120"/>
                    <a:pt x="2720340" y="59690"/>
                    <a:pt x="2815590" y="72390"/>
                  </a:cubicBezTo>
                  <a:cubicBezTo>
                    <a:pt x="2915920" y="86360"/>
                    <a:pt x="3022600" y="133350"/>
                    <a:pt x="3122930" y="148590"/>
                  </a:cubicBezTo>
                  <a:cubicBezTo>
                    <a:pt x="3215640" y="162560"/>
                    <a:pt x="3300730" y="168910"/>
                    <a:pt x="3394710" y="162560"/>
                  </a:cubicBezTo>
                  <a:cubicBezTo>
                    <a:pt x="3501390" y="156210"/>
                    <a:pt x="3623310" y="109220"/>
                    <a:pt x="3731260" y="101600"/>
                  </a:cubicBezTo>
                  <a:cubicBezTo>
                    <a:pt x="3830320" y="95250"/>
                    <a:pt x="3929380" y="83820"/>
                    <a:pt x="4018280" y="114300"/>
                  </a:cubicBezTo>
                  <a:cubicBezTo>
                    <a:pt x="4109720" y="144780"/>
                    <a:pt x="4194810" y="215900"/>
                    <a:pt x="4268470" y="294640"/>
                  </a:cubicBezTo>
                  <a:cubicBezTo>
                    <a:pt x="4353560" y="382270"/>
                    <a:pt x="4427220" y="515620"/>
                    <a:pt x="4486910" y="627380"/>
                  </a:cubicBezTo>
                  <a:cubicBezTo>
                    <a:pt x="4541520" y="731520"/>
                    <a:pt x="4580890" y="838200"/>
                    <a:pt x="4617720" y="942340"/>
                  </a:cubicBezTo>
                  <a:cubicBezTo>
                    <a:pt x="4653280" y="1041400"/>
                    <a:pt x="4678680" y="1140460"/>
                    <a:pt x="4705350" y="1239520"/>
                  </a:cubicBezTo>
                  <a:cubicBezTo>
                    <a:pt x="4730750" y="1334770"/>
                    <a:pt x="4763770" y="1428750"/>
                    <a:pt x="4773930" y="1522730"/>
                  </a:cubicBezTo>
                  <a:cubicBezTo>
                    <a:pt x="4782820" y="1614170"/>
                    <a:pt x="4782820" y="1706880"/>
                    <a:pt x="4766310" y="1795780"/>
                  </a:cubicBezTo>
                  <a:cubicBezTo>
                    <a:pt x="4749800" y="1884680"/>
                    <a:pt x="4728210" y="2002790"/>
                    <a:pt x="4673600" y="2053590"/>
                  </a:cubicBezTo>
                  <a:cubicBezTo>
                    <a:pt x="4625340" y="2096770"/>
                    <a:pt x="4508500" y="2086610"/>
                    <a:pt x="4478020" y="2104390"/>
                  </a:cubicBezTo>
                  <a:cubicBezTo>
                    <a:pt x="4467860" y="2110740"/>
                    <a:pt x="4458970" y="2122170"/>
                    <a:pt x="4458970" y="2122170"/>
                  </a:cubicBezTo>
                  <a:cubicBezTo>
                    <a:pt x="4458970" y="2122170"/>
                    <a:pt x="4437380" y="2134870"/>
                    <a:pt x="4427220" y="2141220"/>
                  </a:cubicBezTo>
                  <a:cubicBezTo>
                    <a:pt x="4415790" y="2147570"/>
                    <a:pt x="4395470" y="2160270"/>
                    <a:pt x="4395470" y="2160270"/>
                  </a:cubicBezTo>
                  <a:cubicBezTo>
                    <a:pt x="4394200" y="2160270"/>
                    <a:pt x="4371340" y="2166620"/>
                    <a:pt x="4359910" y="2170430"/>
                  </a:cubicBezTo>
                  <a:cubicBezTo>
                    <a:pt x="4347210" y="2174240"/>
                    <a:pt x="4324350" y="2180590"/>
                    <a:pt x="4324350" y="2180590"/>
                  </a:cubicBezTo>
                  <a:cubicBezTo>
                    <a:pt x="4324350" y="2180590"/>
                    <a:pt x="4324350" y="2180590"/>
                    <a:pt x="4323080" y="2180590"/>
                  </a:cubicBezTo>
                  <a:cubicBezTo>
                    <a:pt x="4323080" y="2180590"/>
                    <a:pt x="4298950" y="2181860"/>
                    <a:pt x="4286250" y="2183130"/>
                  </a:cubicBezTo>
                  <a:cubicBezTo>
                    <a:pt x="4274820" y="2183130"/>
                    <a:pt x="4249420" y="2184400"/>
                    <a:pt x="4249420" y="2184400"/>
                  </a:cubicBezTo>
                  <a:cubicBezTo>
                    <a:pt x="4249420" y="2184400"/>
                    <a:pt x="4225290" y="2179320"/>
                    <a:pt x="4212590" y="2176780"/>
                  </a:cubicBezTo>
                  <a:cubicBezTo>
                    <a:pt x="4201160" y="2174240"/>
                    <a:pt x="4177030" y="2170430"/>
                    <a:pt x="4177030" y="2170430"/>
                  </a:cubicBezTo>
                  <a:cubicBezTo>
                    <a:pt x="4175760" y="2169160"/>
                    <a:pt x="4147820" y="2153920"/>
                    <a:pt x="4142740" y="2153920"/>
                  </a:cubicBezTo>
                  <a:cubicBezTo>
                    <a:pt x="4141470" y="2153920"/>
                    <a:pt x="4142740" y="2155190"/>
                    <a:pt x="4140200" y="2156460"/>
                  </a:cubicBezTo>
                  <a:cubicBezTo>
                    <a:pt x="4124960" y="2162810"/>
                    <a:pt x="3937000" y="2207260"/>
                    <a:pt x="3870960" y="2180590"/>
                  </a:cubicBezTo>
                  <a:cubicBezTo>
                    <a:pt x="3817620" y="2160270"/>
                    <a:pt x="3802380" y="2070100"/>
                    <a:pt x="3755390" y="2052320"/>
                  </a:cubicBezTo>
                  <a:cubicBezTo>
                    <a:pt x="3708400" y="2034540"/>
                    <a:pt x="3648710" y="2065020"/>
                    <a:pt x="3585210" y="2075180"/>
                  </a:cubicBezTo>
                  <a:cubicBezTo>
                    <a:pt x="3507740" y="2087880"/>
                    <a:pt x="3420110" y="2104390"/>
                    <a:pt x="3321050" y="2124710"/>
                  </a:cubicBezTo>
                  <a:cubicBezTo>
                    <a:pt x="3196590" y="2151380"/>
                    <a:pt x="3035300" y="2195830"/>
                    <a:pt x="2898140" y="2223770"/>
                  </a:cubicBezTo>
                  <a:cubicBezTo>
                    <a:pt x="2768600" y="2249170"/>
                    <a:pt x="2519680" y="2288540"/>
                    <a:pt x="2518410" y="2288540"/>
                  </a:cubicBezTo>
                  <a:cubicBezTo>
                    <a:pt x="2518410" y="2289810"/>
                    <a:pt x="2494280" y="2296160"/>
                    <a:pt x="2482850" y="2298700"/>
                  </a:cubicBezTo>
                  <a:cubicBezTo>
                    <a:pt x="2470150" y="2302510"/>
                    <a:pt x="2447290" y="2308860"/>
                    <a:pt x="2446020" y="2308860"/>
                  </a:cubicBezTo>
                  <a:cubicBezTo>
                    <a:pt x="2446020" y="2310130"/>
                    <a:pt x="2421890" y="2310130"/>
                    <a:pt x="2409190" y="2310130"/>
                  </a:cubicBezTo>
                  <a:cubicBezTo>
                    <a:pt x="2396490" y="2311400"/>
                    <a:pt x="2372360" y="2311400"/>
                    <a:pt x="2371090" y="2311400"/>
                  </a:cubicBezTo>
                  <a:cubicBezTo>
                    <a:pt x="2371090" y="2311400"/>
                    <a:pt x="2346960" y="2306320"/>
                    <a:pt x="2334260" y="2303780"/>
                  </a:cubicBezTo>
                  <a:cubicBezTo>
                    <a:pt x="2322830" y="2301240"/>
                    <a:pt x="2298700" y="2296160"/>
                    <a:pt x="2298700" y="2296160"/>
                  </a:cubicBezTo>
                  <a:cubicBezTo>
                    <a:pt x="2297430" y="2296160"/>
                    <a:pt x="2275840" y="2286000"/>
                    <a:pt x="2264410" y="2279650"/>
                  </a:cubicBezTo>
                  <a:cubicBezTo>
                    <a:pt x="2252980" y="2274570"/>
                    <a:pt x="2231390" y="2264410"/>
                    <a:pt x="2230120" y="2263140"/>
                  </a:cubicBezTo>
                  <a:cubicBezTo>
                    <a:pt x="2230120" y="2263140"/>
                    <a:pt x="2228850" y="2260600"/>
                    <a:pt x="2226310" y="2260600"/>
                  </a:cubicBezTo>
                  <a:cubicBezTo>
                    <a:pt x="2222500" y="2259330"/>
                    <a:pt x="2214880" y="2263140"/>
                    <a:pt x="2204720" y="2263140"/>
                  </a:cubicBezTo>
                  <a:cubicBezTo>
                    <a:pt x="2176780" y="2265680"/>
                    <a:pt x="2112010" y="2266950"/>
                    <a:pt x="2053590" y="2263140"/>
                  </a:cubicBezTo>
                  <a:cubicBezTo>
                    <a:pt x="1973580" y="2258060"/>
                    <a:pt x="1858010" y="2254250"/>
                    <a:pt x="1769110" y="2227580"/>
                  </a:cubicBezTo>
                  <a:cubicBezTo>
                    <a:pt x="1680210" y="2200910"/>
                    <a:pt x="1612900" y="2120900"/>
                    <a:pt x="1518920" y="2104390"/>
                  </a:cubicBezTo>
                  <a:cubicBezTo>
                    <a:pt x="1407160" y="2085340"/>
                    <a:pt x="1252220" y="2120900"/>
                    <a:pt x="1136650" y="2147570"/>
                  </a:cubicBezTo>
                  <a:cubicBezTo>
                    <a:pt x="1035050" y="2170430"/>
                    <a:pt x="953770" y="2231390"/>
                    <a:pt x="858520" y="2247900"/>
                  </a:cubicBezTo>
                  <a:cubicBezTo>
                    <a:pt x="765810" y="2263140"/>
                    <a:pt x="666750" y="2261870"/>
                    <a:pt x="575310" y="2246630"/>
                  </a:cubicBezTo>
                  <a:cubicBezTo>
                    <a:pt x="485140" y="2230120"/>
                    <a:pt x="394970" y="2204720"/>
                    <a:pt x="313690" y="2155190"/>
                  </a:cubicBezTo>
                  <a:cubicBezTo>
                    <a:pt x="224790" y="2099310"/>
                    <a:pt x="119380" y="2014220"/>
                    <a:pt x="68580" y="1916430"/>
                  </a:cubicBezTo>
                  <a:cubicBezTo>
                    <a:pt x="16510" y="1813560"/>
                    <a:pt x="15240" y="1651000"/>
                    <a:pt x="15240" y="1546860"/>
                  </a:cubicBezTo>
                  <a:cubicBezTo>
                    <a:pt x="15240" y="1470660"/>
                    <a:pt x="50800" y="1405890"/>
                    <a:pt x="45720" y="1347470"/>
                  </a:cubicBezTo>
                  <a:cubicBezTo>
                    <a:pt x="40640" y="1299210"/>
                    <a:pt x="0" y="1216660"/>
                    <a:pt x="0" y="1216660"/>
                  </a:cubicBezTo>
                  <a:moveTo>
                    <a:pt x="590550" y="1027430"/>
                  </a:moveTo>
                  <a:cubicBezTo>
                    <a:pt x="657860" y="1386840"/>
                    <a:pt x="594360" y="1521460"/>
                    <a:pt x="638810" y="1567180"/>
                  </a:cubicBezTo>
                  <a:cubicBezTo>
                    <a:pt x="685800" y="1616710"/>
                    <a:pt x="864870" y="1567180"/>
                    <a:pt x="942340" y="1567180"/>
                  </a:cubicBezTo>
                  <a:cubicBezTo>
                    <a:pt x="989330" y="1565910"/>
                    <a:pt x="1038860" y="1582420"/>
                    <a:pt x="1056640" y="1565910"/>
                  </a:cubicBezTo>
                  <a:cubicBezTo>
                    <a:pt x="1070610" y="1553210"/>
                    <a:pt x="1059180" y="1522730"/>
                    <a:pt x="1062990" y="1501140"/>
                  </a:cubicBezTo>
                  <a:cubicBezTo>
                    <a:pt x="1068070" y="1480820"/>
                    <a:pt x="1075690" y="1459230"/>
                    <a:pt x="1084580" y="1440180"/>
                  </a:cubicBezTo>
                  <a:cubicBezTo>
                    <a:pt x="1094740" y="1419860"/>
                    <a:pt x="1107440" y="1402080"/>
                    <a:pt x="1121410" y="1385570"/>
                  </a:cubicBezTo>
                  <a:cubicBezTo>
                    <a:pt x="1135380" y="1369060"/>
                    <a:pt x="1151890" y="1353820"/>
                    <a:pt x="1169670" y="1341120"/>
                  </a:cubicBezTo>
                  <a:cubicBezTo>
                    <a:pt x="1186180" y="1328420"/>
                    <a:pt x="1206500" y="1316990"/>
                    <a:pt x="1226820" y="1309370"/>
                  </a:cubicBezTo>
                  <a:cubicBezTo>
                    <a:pt x="1245870" y="1301750"/>
                    <a:pt x="1289050" y="1292860"/>
                    <a:pt x="1289050" y="1292860"/>
                  </a:cubicBezTo>
                  <a:cubicBezTo>
                    <a:pt x="1289050" y="1292860"/>
                    <a:pt x="1362710" y="1275080"/>
                    <a:pt x="1414780" y="1272540"/>
                  </a:cubicBezTo>
                  <a:cubicBezTo>
                    <a:pt x="1499870" y="1268730"/>
                    <a:pt x="1696720" y="1258570"/>
                    <a:pt x="1747520" y="1295400"/>
                  </a:cubicBezTo>
                  <a:cubicBezTo>
                    <a:pt x="1774190" y="1313180"/>
                    <a:pt x="1758950" y="1353820"/>
                    <a:pt x="1780540" y="1371600"/>
                  </a:cubicBezTo>
                  <a:cubicBezTo>
                    <a:pt x="1808480" y="1393190"/>
                    <a:pt x="1866900" y="1394460"/>
                    <a:pt x="1916430" y="1394460"/>
                  </a:cubicBezTo>
                  <a:cubicBezTo>
                    <a:pt x="1977390" y="1394460"/>
                    <a:pt x="2044700" y="1370330"/>
                    <a:pt x="2123440" y="1358900"/>
                  </a:cubicBezTo>
                  <a:cubicBezTo>
                    <a:pt x="2225040" y="1342390"/>
                    <a:pt x="2377440" y="1319530"/>
                    <a:pt x="2475230" y="1310640"/>
                  </a:cubicBezTo>
                  <a:cubicBezTo>
                    <a:pt x="2543810" y="1304290"/>
                    <a:pt x="2651760" y="1301750"/>
                    <a:pt x="2653030" y="1301750"/>
                  </a:cubicBezTo>
                  <a:cubicBezTo>
                    <a:pt x="2653030" y="1301750"/>
                    <a:pt x="2677160" y="1304290"/>
                    <a:pt x="2689860" y="1305560"/>
                  </a:cubicBezTo>
                  <a:cubicBezTo>
                    <a:pt x="2701290" y="1306830"/>
                    <a:pt x="2725420" y="1309370"/>
                    <a:pt x="2726690" y="1309370"/>
                  </a:cubicBezTo>
                  <a:cubicBezTo>
                    <a:pt x="2726690" y="1309370"/>
                    <a:pt x="2749550" y="1316990"/>
                    <a:pt x="2760980" y="1322070"/>
                  </a:cubicBezTo>
                  <a:cubicBezTo>
                    <a:pt x="2772410" y="1325880"/>
                    <a:pt x="2795270" y="1333500"/>
                    <a:pt x="2795270" y="1333500"/>
                  </a:cubicBezTo>
                  <a:cubicBezTo>
                    <a:pt x="2796540" y="1334770"/>
                    <a:pt x="2815590" y="1347470"/>
                    <a:pt x="2825750" y="1353820"/>
                  </a:cubicBezTo>
                  <a:cubicBezTo>
                    <a:pt x="2837180" y="1361440"/>
                    <a:pt x="2856230" y="1374140"/>
                    <a:pt x="2857500" y="1374140"/>
                  </a:cubicBezTo>
                  <a:cubicBezTo>
                    <a:pt x="2857500" y="1375410"/>
                    <a:pt x="2874010" y="1393190"/>
                    <a:pt x="2881630" y="1402080"/>
                  </a:cubicBezTo>
                  <a:cubicBezTo>
                    <a:pt x="2890520" y="1410970"/>
                    <a:pt x="2907030" y="1428750"/>
                    <a:pt x="2907030" y="1428750"/>
                  </a:cubicBezTo>
                  <a:cubicBezTo>
                    <a:pt x="2907030" y="1428750"/>
                    <a:pt x="2918460" y="1450340"/>
                    <a:pt x="2924810" y="1461770"/>
                  </a:cubicBezTo>
                  <a:cubicBezTo>
                    <a:pt x="2931160" y="1471930"/>
                    <a:pt x="2942590" y="1493520"/>
                    <a:pt x="2942590" y="1493520"/>
                  </a:cubicBezTo>
                  <a:cubicBezTo>
                    <a:pt x="2942590" y="1493520"/>
                    <a:pt x="2943860" y="1507490"/>
                    <a:pt x="2947670" y="1510030"/>
                  </a:cubicBezTo>
                  <a:cubicBezTo>
                    <a:pt x="2950210" y="1512570"/>
                    <a:pt x="2955290" y="1510030"/>
                    <a:pt x="2960370" y="1508760"/>
                  </a:cubicBezTo>
                  <a:cubicBezTo>
                    <a:pt x="2970530" y="1508760"/>
                    <a:pt x="2985770" y="1507490"/>
                    <a:pt x="2997200" y="1507490"/>
                  </a:cubicBezTo>
                  <a:cubicBezTo>
                    <a:pt x="3009900" y="1506220"/>
                    <a:pt x="3034030" y="1504950"/>
                    <a:pt x="3035300" y="1504950"/>
                  </a:cubicBezTo>
                  <a:cubicBezTo>
                    <a:pt x="3035300" y="1504950"/>
                    <a:pt x="3059430" y="1510030"/>
                    <a:pt x="3070860" y="1511300"/>
                  </a:cubicBezTo>
                  <a:cubicBezTo>
                    <a:pt x="3083560" y="1513840"/>
                    <a:pt x="3107690" y="1518920"/>
                    <a:pt x="3107690" y="1518920"/>
                  </a:cubicBezTo>
                  <a:cubicBezTo>
                    <a:pt x="3108960" y="1518920"/>
                    <a:pt x="3130550" y="1529080"/>
                    <a:pt x="3141980" y="1534160"/>
                  </a:cubicBezTo>
                  <a:cubicBezTo>
                    <a:pt x="3150870" y="1537970"/>
                    <a:pt x="3154680" y="1544320"/>
                    <a:pt x="3168650" y="1546860"/>
                  </a:cubicBezTo>
                  <a:cubicBezTo>
                    <a:pt x="3216910" y="1551940"/>
                    <a:pt x="3383280" y="1508760"/>
                    <a:pt x="3486150" y="1492250"/>
                  </a:cubicBezTo>
                  <a:cubicBezTo>
                    <a:pt x="3583940" y="1475740"/>
                    <a:pt x="3690620" y="1449070"/>
                    <a:pt x="3770630" y="1449070"/>
                  </a:cubicBezTo>
                  <a:cubicBezTo>
                    <a:pt x="3831590" y="1447800"/>
                    <a:pt x="3906520" y="1482090"/>
                    <a:pt x="3928110" y="1469390"/>
                  </a:cubicBezTo>
                  <a:cubicBezTo>
                    <a:pt x="3938270" y="1463040"/>
                    <a:pt x="3937000" y="1449070"/>
                    <a:pt x="3940810" y="1438910"/>
                  </a:cubicBezTo>
                  <a:cubicBezTo>
                    <a:pt x="3944620" y="1428750"/>
                    <a:pt x="3954780" y="1405890"/>
                    <a:pt x="3954780" y="1404620"/>
                  </a:cubicBezTo>
                  <a:cubicBezTo>
                    <a:pt x="3954780" y="1404620"/>
                    <a:pt x="3968750" y="1385570"/>
                    <a:pt x="3976370" y="1375410"/>
                  </a:cubicBezTo>
                  <a:cubicBezTo>
                    <a:pt x="3983990" y="1365250"/>
                    <a:pt x="3997960" y="1346200"/>
                    <a:pt x="3997960" y="1344930"/>
                  </a:cubicBezTo>
                  <a:cubicBezTo>
                    <a:pt x="3997960" y="1344930"/>
                    <a:pt x="4017010" y="1329690"/>
                    <a:pt x="4025900" y="1322070"/>
                  </a:cubicBezTo>
                  <a:cubicBezTo>
                    <a:pt x="4034790" y="1313180"/>
                    <a:pt x="4053840" y="1297940"/>
                    <a:pt x="4053840" y="1297940"/>
                  </a:cubicBezTo>
                  <a:cubicBezTo>
                    <a:pt x="4053840" y="1297940"/>
                    <a:pt x="4079240" y="1290320"/>
                    <a:pt x="4081780" y="1283970"/>
                  </a:cubicBezTo>
                  <a:cubicBezTo>
                    <a:pt x="4084320" y="1278890"/>
                    <a:pt x="4079240" y="1275080"/>
                    <a:pt x="4075430" y="1264920"/>
                  </a:cubicBezTo>
                  <a:cubicBezTo>
                    <a:pt x="4062730" y="1228090"/>
                    <a:pt x="4006850" y="1096010"/>
                    <a:pt x="3971290" y="1010920"/>
                  </a:cubicBezTo>
                  <a:cubicBezTo>
                    <a:pt x="3935730" y="923290"/>
                    <a:pt x="3926840" y="789940"/>
                    <a:pt x="3860800" y="748030"/>
                  </a:cubicBezTo>
                  <a:cubicBezTo>
                    <a:pt x="3793490" y="707390"/>
                    <a:pt x="3662680" y="760730"/>
                    <a:pt x="3566160" y="769620"/>
                  </a:cubicBezTo>
                  <a:cubicBezTo>
                    <a:pt x="3473450" y="777240"/>
                    <a:pt x="3385820" y="792480"/>
                    <a:pt x="3293110" y="795020"/>
                  </a:cubicBezTo>
                  <a:cubicBezTo>
                    <a:pt x="3197860" y="797560"/>
                    <a:pt x="3096260" y="797560"/>
                    <a:pt x="3003550" y="781050"/>
                  </a:cubicBezTo>
                  <a:cubicBezTo>
                    <a:pt x="2913380" y="764540"/>
                    <a:pt x="2839720" y="715010"/>
                    <a:pt x="2744470" y="697230"/>
                  </a:cubicBezTo>
                  <a:cubicBezTo>
                    <a:pt x="2630170" y="674370"/>
                    <a:pt x="2480310" y="669290"/>
                    <a:pt x="2360930" y="669290"/>
                  </a:cubicBezTo>
                  <a:cubicBezTo>
                    <a:pt x="2256790" y="669290"/>
                    <a:pt x="2162810" y="689610"/>
                    <a:pt x="2066290" y="689610"/>
                  </a:cubicBezTo>
                  <a:cubicBezTo>
                    <a:pt x="1973580" y="690880"/>
                    <a:pt x="1882140" y="687070"/>
                    <a:pt x="1791970" y="674370"/>
                  </a:cubicBezTo>
                  <a:cubicBezTo>
                    <a:pt x="1700530" y="661670"/>
                    <a:pt x="1609090" y="609600"/>
                    <a:pt x="1520190" y="612140"/>
                  </a:cubicBezTo>
                  <a:cubicBezTo>
                    <a:pt x="1431290" y="614680"/>
                    <a:pt x="1346200" y="668020"/>
                    <a:pt x="1257300" y="685800"/>
                  </a:cubicBezTo>
                  <a:cubicBezTo>
                    <a:pt x="1165860" y="703580"/>
                    <a:pt x="1068070" y="715010"/>
                    <a:pt x="975360" y="721360"/>
                  </a:cubicBezTo>
                  <a:cubicBezTo>
                    <a:pt x="885190" y="726440"/>
                    <a:pt x="770890" y="679450"/>
                    <a:pt x="707390" y="723900"/>
                  </a:cubicBezTo>
                  <a:cubicBezTo>
                    <a:pt x="637540" y="772160"/>
                    <a:pt x="590550" y="1027430"/>
                    <a:pt x="590550" y="102743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8160696" y="4950345"/>
            <a:ext cx="2959065" cy="38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4"/>
              </a:lnSpc>
              <a:spcBef>
                <a:spcPct val="0"/>
              </a:spcBef>
            </a:pPr>
            <a:r>
              <a:rPr lang="en-US" sz="22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Mr. Manish Khodaskar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506628" y="4801076"/>
            <a:ext cx="42672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5158740" y="4501515"/>
            <a:ext cx="2238375" cy="1671638"/>
            <a:chOff x="0" y="0"/>
            <a:chExt cx="2984500" cy="22288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800" y="48260"/>
              <a:ext cx="2898140" cy="2143760"/>
            </a:xfrm>
            <a:custGeom>
              <a:avLst/>
              <a:gdLst/>
              <a:ahLst/>
              <a:cxnLst/>
              <a:rect r="r" b="b" t="t" l="l"/>
              <a:pathLst>
                <a:path h="2143760" w="2898140">
                  <a:moveTo>
                    <a:pt x="0" y="1047750"/>
                  </a:moveTo>
                  <a:cubicBezTo>
                    <a:pt x="119380" y="651510"/>
                    <a:pt x="16510" y="579120"/>
                    <a:pt x="21590" y="497840"/>
                  </a:cubicBezTo>
                  <a:cubicBezTo>
                    <a:pt x="29210" y="406400"/>
                    <a:pt x="119380" y="274320"/>
                    <a:pt x="191770" y="217170"/>
                  </a:cubicBezTo>
                  <a:cubicBezTo>
                    <a:pt x="251460" y="170180"/>
                    <a:pt x="373380" y="175260"/>
                    <a:pt x="403860" y="151130"/>
                  </a:cubicBezTo>
                  <a:cubicBezTo>
                    <a:pt x="415290" y="142240"/>
                    <a:pt x="421640" y="124460"/>
                    <a:pt x="421640" y="123190"/>
                  </a:cubicBezTo>
                  <a:cubicBezTo>
                    <a:pt x="421640" y="123190"/>
                    <a:pt x="439420" y="105410"/>
                    <a:pt x="449580" y="96520"/>
                  </a:cubicBezTo>
                  <a:cubicBezTo>
                    <a:pt x="458470" y="87630"/>
                    <a:pt x="476250" y="69850"/>
                    <a:pt x="477520" y="69850"/>
                  </a:cubicBezTo>
                  <a:cubicBezTo>
                    <a:pt x="477520" y="69850"/>
                    <a:pt x="499110" y="57150"/>
                    <a:pt x="510540" y="50800"/>
                  </a:cubicBezTo>
                  <a:cubicBezTo>
                    <a:pt x="521970" y="44450"/>
                    <a:pt x="543560" y="31750"/>
                    <a:pt x="544830" y="30480"/>
                  </a:cubicBezTo>
                  <a:cubicBezTo>
                    <a:pt x="544830" y="30480"/>
                    <a:pt x="568960" y="24130"/>
                    <a:pt x="581660" y="20320"/>
                  </a:cubicBezTo>
                  <a:cubicBezTo>
                    <a:pt x="594360" y="16510"/>
                    <a:pt x="618490" y="8890"/>
                    <a:pt x="618490" y="8890"/>
                  </a:cubicBezTo>
                  <a:cubicBezTo>
                    <a:pt x="619760" y="8890"/>
                    <a:pt x="645160" y="8890"/>
                    <a:pt x="657860" y="7620"/>
                  </a:cubicBezTo>
                  <a:cubicBezTo>
                    <a:pt x="670560" y="7620"/>
                    <a:pt x="695960" y="6350"/>
                    <a:pt x="695960" y="6350"/>
                  </a:cubicBezTo>
                  <a:cubicBezTo>
                    <a:pt x="697230" y="6350"/>
                    <a:pt x="721360" y="11430"/>
                    <a:pt x="734060" y="13970"/>
                  </a:cubicBezTo>
                  <a:cubicBezTo>
                    <a:pt x="746760" y="16510"/>
                    <a:pt x="772160" y="21590"/>
                    <a:pt x="772160" y="21590"/>
                  </a:cubicBezTo>
                  <a:cubicBezTo>
                    <a:pt x="774700" y="21590"/>
                    <a:pt x="969010" y="5080"/>
                    <a:pt x="1042670" y="2540"/>
                  </a:cubicBezTo>
                  <a:cubicBezTo>
                    <a:pt x="1094740" y="0"/>
                    <a:pt x="1173480" y="2540"/>
                    <a:pt x="1174750" y="2540"/>
                  </a:cubicBezTo>
                  <a:cubicBezTo>
                    <a:pt x="1174750" y="2540"/>
                    <a:pt x="1200150" y="5080"/>
                    <a:pt x="1212850" y="6350"/>
                  </a:cubicBezTo>
                  <a:cubicBezTo>
                    <a:pt x="1225550" y="7620"/>
                    <a:pt x="1250950" y="11430"/>
                    <a:pt x="1250950" y="11430"/>
                  </a:cubicBezTo>
                  <a:cubicBezTo>
                    <a:pt x="1252220" y="11430"/>
                    <a:pt x="1275080" y="20320"/>
                    <a:pt x="1287780" y="25400"/>
                  </a:cubicBezTo>
                  <a:cubicBezTo>
                    <a:pt x="1299210" y="29210"/>
                    <a:pt x="1323340" y="38100"/>
                    <a:pt x="1323340" y="39370"/>
                  </a:cubicBezTo>
                  <a:cubicBezTo>
                    <a:pt x="1324610" y="39370"/>
                    <a:pt x="1348740" y="55880"/>
                    <a:pt x="1356360" y="60960"/>
                  </a:cubicBezTo>
                  <a:cubicBezTo>
                    <a:pt x="1358900" y="63500"/>
                    <a:pt x="1360170" y="64770"/>
                    <a:pt x="1363980" y="67310"/>
                  </a:cubicBezTo>
                  <a:cubicBezTo>
                    <a:pt x="1376680" y="73660"/>
                    <a:pt x="1404620" y="88900"/>
                    <a:pt x="1435100" y="93980"/>
                  </a:cubicBezTo>
                  <a:cubicBezTo>
                    <a:pt x="1485900" y="104140"/>
                    <a:pt x="1570990" y="96520"/>
                    <a:pt x="1645920" y="93980"/>
                  </a:cubicBezTo>
                  <a:cubicBezTo>
                    <a:pt x="1731010" y="91440"/>
                    <a:pt x="1830070" y="83820"/>
                    <a:pt x="1921510" y="77470"/>
                  </a:cubicBezTo>
                  <a:cubicBezTo>
                    <a:pt x="2012950" y="72390"/>
                    <a:pt x="2105660" y="46990"/>
                    <a:pt x="2194560" y="60960"/>
                  </a:cubicBezTo>
                  <a:cubicBezTo>
                    <a:pt x="2284730" y="76200"/>
                    <a:pt x="2388870" y="110490"/>
                    <a:pt x="2456180" y="168910"/>
                  </a:cubicBezTo>
                  <a:cubicBezTo>
                    <a:pt x="2522220" y="224790"/>
                    <a:pt x="2557780" y="318770"/>
                    <a:pt x="2595880" y="403860"/>
                  </a:cubicBezTo>
                  <a:cubicBezTo>
                    <a:pt x="2635250" y="491490"/>
                    <a:pt x="2669540" y="590550"/>
                    <a:pt x="2687320" y="685800"/>
                  </a:cubicBezTo>
                  <a:cubicBezTo>
                    <a:pt x="2705100" y="778510"/>
                    <a:pt x="2707640" y="901700"/>
                    <a:pt x="2703830" y="967740"/>
                  </a:cubicBezTo>
                  <a:cubicBezTo>
                    <a:pt x="2702560" y="1002030"/>
                    <a:pt x="2680970" y="1019810"/>
                    <a:pt x="2689860" y="1047750"/>
                  </a:cubicBezTo>
                  <a:cubicBezTo>
                    <a:pt x="2703830" y="1090930"/>
                    <a:pt x="2802890" y="1125220"/>
                    <a:pt x="2835910" y="1186180"/>
                  </a:cubicBezTo>
                  <a:cubicBezTo>
                    <a:pt x="2874010" y="1259840"/>
                    <a:pt x="2898140" y="1380490"/>
                    <a:pt x="2881630" y="1471930"/>
                  </a:cubicBezTo>
                  <a:cubicBezTo>
                    <a:pt x="2865120" y="1568450"/>
                    <a:pt x="2797810" y="1677670"/>
                    <a:pt x="2726690" y="1752600"/>
                  </a:cubicBezTo>
                  <a:cubicBezTo>
                    <a:pt x="2654300" y="1828800"/>
                    <a:pt x="2550160" y="1882140"/>
                    <a:pt x="2452370" y="1925320"/>
                  </a:cubicBezTo>
                  <a:cubicBezTo>
                    <a:pt x="2357120" y="1967230"/>
                    <a:pt x="2247900" y="1988820"/>
                    <a:pt x="2148840" y="2009140"/>
                  </a:cubicBezTo>
                  <a:cubicBezTo>
                    <a:pt x="2056130" y="2028190"/>
                    <a:pt x="1969770" y="2043430"/>
                    <a:pt x="1874520" y="2047240"/>
                  </a:cubicBezTo>
                  <a:cubicBezTo>
                    <a:pt x="1772920" y="2051050"/>
                    <a:pt x="1596390" y="2044700"/>
                    <a:pt x="1554480" y="2026920"/>
                  </a:cubicBezTo>
                  <a:cubicBezTo>
                    <a:pt x="1543050" y="2021840"/>
                    <a:pt x="1545590" y="2012950"/>
                    <a:pt x="1534160" y="2009140"/>
                  </a:cubicBezTo>
                  <a:cubicBezTo>
                    <a:pt x="1510030" y="2002790"/>
                    <a:pt x="1449070" y="2019300"/>
                    <a:pt x="1394460" y="2032000"/>
                  </a:cubicBezTo>
                  <a:cubicBezTo>
                    <a:pt x="1313180" y="2052320"/>
                    <a:pt x="1196340" y="2115820"/>
                    <a:pt x="1099820" y="2128520"/>
                  </a:cubicBezTo>
                  <a:cubicBezTo>
                    <a:pt x="1007110" y="2138680"/>
                    <a:pt x="914400" y="2143760"/>
                    <a:pt x="825500" y="2108200"/>
                  </a:cubicBezTo>
                  <a:cubicBezTo>
                    <a:pt x="720090" y="2065020"/>
                    <a:pt x="546100" y="1915160"/>
                    <a:pt x="520700" y="1855470"/>
                  </a:cubicBezTo>
                  <a:cubicBezTo>
                    <a:pt x="511810" y="1832610"/>
                    <a:pt x="533400" y="1811020"/>
                    <a:pt x="525780" y="1797050"/>
                  </a:cubicBezTo>
                  <a:cubicBezTo>
                    <a:pt x="515620" y="1780540"/>
                    <a:pt x="485140" y="1786890"/>
                    <a:pt x="462280" y="1766570"/>
                  </a:cubicBezTo>
                  <a:cubicBezTo>
                    <a:pt x="416560" y="1727200"/>
                    <a:pt x="318770" y="1565910"/>
                    <a:pt x="304800" y="1526540"/>
                  </a:cubicBezTo>
                  <a:cubicBezTo>
                    <a:pt x="300990" y="1515110"/>
                    <a:pt x="307340" y="1512570"/>
                    <a:pt x="302260" y="1503680"/>
                  </a:cubicBezTo>
                  <a:cubicBezTo>
                    <a:pt x="284480" y="1469390"/>
                    <a:pt x="152400" y="1407160"/>
                    <a:pt x="102870" y="1336040"/>
                  </a:cubicBezTo>
                  <a:cubicBezTo>
                    <a:pt x="48260" y="1258570"/>
                    <a:pt x="0" y="1047750"/>
                    <a:pt x="0" y="104775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4859157" y="4614863"/>
            <a:ext cx="2837541" cy="115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2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Rajvardhan Deshmukh</a:t>
            </a:r>
          </a:p>
          <a:p>
            <a:pPr algn="ctr">
              <a:lnSpc>
                <a:spcPts val="3119"/>
              </a:lnSpc>
            </a:pPr>
            <a:r>
              <a:rPr lang="en-US" sz="22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DAG11bXypiI</dc:identifier>
  <dcterms:modified xsi:type="dcterms:W3CDTF">2011-08-01T06:04:30Z</dcterms:modified>
  <cp:revision>1</cp:revision>
  <dc:title>Rajvardhan Deshmukh BE 10</dc:title>
</cp:coreProperties>
</file>